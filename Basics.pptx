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56" r:id="rId3"/>
    <p:sldId id="265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EA5A6-94B0-4166-9735-24E0CF1D3C18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E7AAA-B222-4C64-B52C-4E6AA6EF86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910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E7AAA-B222-4C64-B52C-4E6AA6EF8691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101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51EC-AEFB-6C81-B914-BFB2D11C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BC22B1-2CCF-271D-13F9-FCA45E277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BFED02-1422-1A7B-85C5-020B0D675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D9D4F9-898B-E39B-5A12-C3A319DF8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E7AAA-B222-4C64-B52C-4E6AA6EF8691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525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F48E2-8882-23B0-A6C2-300FC81EB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39319B-6EC9-6502-7BB0-387AC3ABD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F32B23-453C-33A0-4AEA-8773E048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4123C-907E-651D-74A6-F858ABDA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71266B-E2FD-6C3D-454C-356E771B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438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7F0A1-FFD9-7F35-5C35-57D942B2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40DCA2-DEA7-57B7-74AC-9F28723A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EDCB5F-66C1-D4BE-AF63-29DBC9FB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9716D0-B579-849A-8527-2BCCC288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15678-1794-EBB0-02CB-AE429809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485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7B594-EE34-0194-29FA-72CDECCC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F1BAD6-0532-98D0-37B5-EEE0BC6DF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F080AB-ECD4-4BFB-9071-D5021CAA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B76255-0FF7-78C8-BBB0-5AC69630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1075A0-FD71-1C53-BF44-B5912141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434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E4DB2-2776-C165-A6E5-6D6900C4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43E140-7C94-18C5-1B23-F9AF244B5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54A732-A987-7328-7A95-E3EE797C2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7C3FDD-60BD-D15F-B2D6-5C80C966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0BFF6F-C4A2-37C6-D1E1-B63E7F52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168A65-D407-594F-36A5-82F21ECE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487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8BA67-AFE5-F107-0344-69D8DBC8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B3EF44-6335-A044-DB6C-CDF6442F0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DE2121-8BD6-9923-5F78-F5C6DC0C4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C169DF-FD66-DE29-6CBD-F2A676A4C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3D67FF-3D7E-FD69-3DD3-19D796E29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F7444E-C33E-9B4C-ECD8-C834AC61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6173EA-0FF0-E0A3-B0F3-34E90560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D97A89-5ED6-BAE1-8EC4-4B04AE46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1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A76F9-1504-47BF-EEFF-A44F4C1F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7130C6-D7F6-7E28-AAD3-E012A8BB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9F3AD3-6236-0950-6D54-2A79ED79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0F1AD5-371F-03A5-42CE-3F014B6D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83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D79C29-C1E9-B3FF-012A-5E6EC1B8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B373B2-D3E4-5D1C-616E-422BCDDD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B95BE8-F531-8095-D0AB-691604DA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970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C593-90FD-5393-4526-CF32389D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A11F38-EB55-AAB6-9643-5A8AFD3AA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B9CFCF-7A62-BD53-4906-F4C2369F0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541805-580C-FD34-70A1-7B5E8226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548DC5-3A1F-73B3-7FDB-48C68346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E985C-3577-1C22-1E83-2FF32360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814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235D9-9721-34C4-4E1E-6479EC15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6608AD-B78D-1761-698F-C0B1B489B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E1B966-9327-6F1E-7AFE-552DA64D2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76EFDC-D753-9E4D-30A9-D74455EE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9CC7D-D0FB-6E80-7ED7-A5CD32E6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BBFBD8-6934-D680-D8C0-FAB2AFFC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601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557C5-16F3-1A21-9D2A-5EE3D22C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E6E638-A492-6859-6DEC-3E135C81D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80DEED-2FD8-8D0B-C020-1F42F146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F7E29-07E7-7E19-38AD-373F9038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D277B-EEFC-1DEF-BA27-C2A4D99F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027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45328D-DC7F-0129-72EB-76CE59A11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D1AA46-AA5D-1392-84ED-335CA6348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25B0E-D63D-935D-58EB-F6FA7C6B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7C30E4-6FC4-0CC8-2C24-8109B71A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68D3C3-8331-6FF4-4861-CA3C4813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7102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9A8917-6504-C0E6-90B8-738095A2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29D9C3-5771-F058-4FD0-FF1E87A89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7676AC-12E7-08AD-3CB8-B640381FF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B0DEB-6357-4AA7-B044-02FE390C03FA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0BB44-9734-D4D2-ED0D-971704D35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7D98BA-FFBE-D87E-20E1-1E4F7417D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CCCC1-200E-4332-AB0D-C40C271BEE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917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AC0F4C29-6647-3D50-727C-F112FE55309F}"/>
              </a:ext>
            </a:extLst>
          </p:cNvPr>
          <p:cNvSpPr/>
          <p:nvPr/>
        </p:nvSpPr>
        <p:spPr>
          <a:xfrm>
            <a:off x="5861304" y="1191953"/>
            <a:ext cx="5725235" cy="5062543"/>
          </a:xfrm>
          <a:prstGeom prst="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F2B39D-3F57-64D2-A235-E3E7AE06969A}"/>
              </a:ext>
            </a:extLst>
          </p:cNvPr>
          <p:cNvSpPr txBox="1"/>
          <p:nvPr/>
        </p:nvSpPr>
        <p:spPr>
          <a:xfrm>
            <a:off x="2324564" y="450442"/>
            <a:ext cx="6806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Functions</a:t>
            </a:r>
            <a:endParaRPr lang="es-MX" sz="240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6E37BD-CB08-69DB-67E2-C594E1E3C882}"/>
              </a:ext>
            </a:extLst>
          </p:cNvPr>
          <p:cNvSpPr txBox="1"/>
          <p:nvPr/>
        </p:nvSpPr>
        <p:spPr>
          <a:xfrm>
            <a:off x="605461" y="1191953"/>
            <a:ext cx="4509572" cy="2602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A function in programming is a block of code that performs a specific task and can be reused whenever needed. </a:t>
            </a:r>
          </a:p>
          <a:p>
            <a:pPr algn="just">
              <a:spcAft>
                <a:spcPts val="80"/>
              </a:spcAft>
            </a:pPr>
            <a:endParaRPr lang="en-US" sz="14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Think of a function as a machine: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It can receive input 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It performs an action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It can return a result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DE6213-E4BC-BC29-D804-86A8717201D9}"/>
              </a:ext>
            </a:extLst>
          </p:cNvPr>
          <p:cNvSpPr txBox="1"/>
          <p:nvPr/>
        </p:nvSpPr>
        <p:spPr>
          <a:xfrm>
            <a:off x="5993055" y="1368752"/>
            <a:ext cx="5299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Example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</a:p>
          <a:p>
            <a:pPr algn="just"/>
            <a:endParaRPr lang="en-US" sz="12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algn="just"/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Imagine you're a biologist who often needs to count cells in a sample.</a:t>
            </a:r>
          </a:p>
          <a:p>
            <a:pPr algn="just"/>
            <a:endParaRPr lang="en-US" sz="14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algn="just"/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Instead of writing the same calculation over and over, you can create a function: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43834C1-443B-5DDF-6188-EFBAE6659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30" y="3946301"/>
            <a:ext cx="2498412" cy="280005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5EE8F19-78B8-2E42-DC0C-83D3F8753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721" y="3429000"/>
            <a:ext cx="4344399" cy="1883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61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CBB277D-6B54-20D5-7D8E-F96CA6E8B279}"/>
              </a:ext>
            </a:extLst>
          </p:cNvPr>
          <p:cNvSpPr txBox="1"/>
          <p:nvPr/>
        </p:nvSpPr>
        <p:spPr>
          <a:xfrm>
            <a:off x="2425147" y="321830"/>
            <a:ext cx="6806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Classes</a:t>
            </a:r>
            <a:r>
              <a:rPr lang="es-MX" sz="2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and </a:t>
            </a:r>
            <a:r>
              <a:rPr lang="es-MX" sz="2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Objects</a:t>
            </a:r>
            <a:endParaRPr lang="es-MX" sz="2400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623420-9D0B-D458-B966-8F2EC817063D}"/>
              </a:ext>
            </a:extLst>
          </p:cNvPr>
          <p:cNvSpPr txBox="1"/>
          <p:nvPr/>
        </p:nvSpPr>
        <p:spPr>
          <a:xfrm>
            <a:off x="406962" y="901097"/>
            <a:ext cx="6101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Class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F7BDFD-AAB4-ECDA-29E0-161EEE457CD6}"/>
              </a:ext>
            </a:extLst>
          </p:cNvPr>
          <p:cNvSpPr txBox="1"/>
          <p:nvPr/>
        </p:nvSpPr>
        <p:spPr>
          <a:xfrm>
            <a:off x="464936" y="1232861"/>
            <a:ext cx="5453148" cy="1353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Is like the theoretical description of a species in a field guide. It dictates the characteristics and behaviors that this type of organism has. However, the description itself is not alive; it’s just a blueprint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87B8886-47C7-6B07-CC2F-9140596679FC}"/>
              </a:ext>
            </a:extLst>
          </p:cNvPr>
          <p:cNvSpPr txBox="1"/>
          <p:nvPr/>
        </p:nvSpPr>
        <p:spPr>
          <a:xfrm>
            <a:off x="6922673" y="942759"/>
            <a:ext cx="461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Object</a:t>
            </a:r>
            <a:endParaRPr lang="es-MX" b="1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835623C-6F15-550A-5C58-1BB93E7F69B5}"/>
              </a:ext>
            </a:extLst>
          </p:cNvPr>
          <p:cNvSpPr txBox="1"/>
          <p:nvPr/>
        </p:nvSpPr>
        <p:spPr>
          <a:xfrm>
            <a:off x="6922672" y="1312091"/>
            <a:ext cx="4617583" cy="1030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A concrete realization created from the class. It contains actual values assigned to the blueprint's requirements</a:t>
            </a:r>
            <a:endParaRPr lang="es-MX" sz="14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2324373-802E-BFC0-960B-7A9432BF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11" y="4789223"/>
            <a:ext cx="5986018" cy="162011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CB82BC3-0B02-79D1-1EA4-1FF603C20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026" y="4824906"/>
            <a:ext cx="4617584" cy="1711264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56E03A7-1B10-A6F1-455C-217A08CF6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43" y="2799262"/>
            <a:ext cx="1582658" cy="1620117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B481FF3E-F962-0D10-D53D-A05C2FCE2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675" y="2788476"/>
            <a:ext cx="1848528" cy="1281047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3D10A75F-3CB9-9E9E-997D-E72F4FB2F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0881" y="2838559"/>
            <a:ext cx="1286310" cy="1433134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0893D4E6-EA97-A549-2AFC-C30724A79E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8121" y="2647384"/>
            <a:ext cx="2646683" cy="17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4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424D9-2E7E-17A3-8F6A-657C578BA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D11E044D-6F11-0423-D0E8-D76E16AB7023}"/>
              </a:ext>
            </a:extLst>
          </p:cNvPr>
          <p:cNvSpPr/>
          <p:nvPr/>
        </p:nvSpPr>
        <p:spPr>
          <a:xfrm>
            <a:off x="7479792" y="4542738"/>
            <a:ext cx="3730752" cy="1993432"/>
          </a:xfrm>
          <a:prstGeom prst="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88FEDB-53B5-9951-10F8-E3DDDD6DE734}"/>
              </a:ext>
            </a:extLst>
          </p:cNvPr>
          <p:cNvSpPr txBox="1"/>
          <p:nvPr/>
        </p:nvSpPr>
        <p:spPr>
          <a:xfrm>
            <a:off x="2425147" y="321830"/>
            <a:ext cx="6806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Libraries</a:t>
            </a:r>
            <a:r>
              <a:rPr lang="es-MX" sz="24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61BA1C9-D147-1426-9CC8-E3953D8C9CCD}"/>
              </a:ext>
            </a:extLst>
          </p:cNvPr>
          <p:cNvSpPr txBox="1"/>
          <p:nvPr/>
        </p:nvSpPr>
        <p:spPr>
          <a:xfrm>
            <a:off x="988685" y="1194704"/>
            <a:ext cx="5453148" cy="1030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A programming library is a collection of pre-written, reusable code that developers use to perform specific tasks without building features from scratch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57500C7-81CA-2B8A-19B8-A8A0A0A63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8" y="2636196"/>
            <a:ext cx="2481366" cy="133890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07B3595-2D42-0434-B08D-077BF5C17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633" y="2363821"/>
            <a:ext cx="2465938" cy="175265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A4B3E5C-A078-4772-13BF-C42F381FB1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483" y="4480936"/>
            <a:ext cx="3080444" cy="205523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7268038-4A97-1A70-ECB5-D8F8E041F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037" y="1290429"/>
            <a:ext cx="3683506" cy="244032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0A8CFF98-C32B-7FAA-8AC4-188B77429072}"/>
              </a:ext>
            </a:extLst>
          </p:cNvPr>
          <p:cNvSpPr txBox="1"/>
          <p:nvPr/>
        </p:nvSpPr>
        <p:spPr>
          <a:xfrm>
            <a:off x="7479793" y="4623404"/>
            <a:ext cx="3730752" cy="1676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Install (you only need to do it once)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Pip install library-name</a:t>
            </a:r>
          </a:p>
          <a:p>
            <a:pPr algn="ctr">
              <a:lnSpc>
                <a:spcPct val="150000"/>
              </a:lnSpc>
            </a:pPr>
            <a:endParaRPr lang="en-US" sz="14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Import (once per code)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Pip import library-name</a:t>
            </a:r>
          </a:p>
        </p:txBody>
      </p:sp>
    </p:spTree>
    <p:extLst>
      <p:ext uri="{BB962C8B-B14F-4D97-AF65-F5344CB8AC3E}">
        <p14:creationId xmlns:p14="http://schemas.microsoft.com/office/powerpoint/2010/main" val="16434396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183</Words>
  <Application>Microsoft Office PowerPoint</Application>
  <PresentationFormat>Panorámica</PresentationFormat>
  <Paragraphs>26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Microsoft GothicNeo</vt:lpstr>
      <vt:lpstr>Aptos</vt:lpstr>
      <vt:lpstr>Aptos Display</vt:lpstr>
      <vt:lpstr>Arial</vt:lpstr>
      <vt:lpstr>Google Sans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Jazmín Jones</dc:creator>
  <cp:lastModifiedBy>Jazmín Jones</cp:lastModifiedBy>
  <cp:revision>10</cp:revision>
  <dcterms:created xsi:type="dcterms:W3CDTF">2026-06-19T17:01:08Z</dcterms:created>
  <dcterms:modified xsi:type="dcterms:W3CDTF">2026-06-20T23:05:09Z</dcterms:modified>
</cp:coreProperties>
</file>