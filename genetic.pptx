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2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4D938"/>
    <a:srgbClr val="B2D838"/>
    <a:srgbClr val="CCFF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3912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9DEB3-05B4-47A2-A6EC-36F09112C753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0F6B6-6AD7-4DC2-A041-BB75EB3B6E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1397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0F6B6-6AD7-4DC2-A041-BB75EB3B6EDF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3701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431E4-C663-8A4D-D17C-A95CEE7A6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6A6257-D4D0-37F1-E7C9-2096861B6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AF2026-7ED6-910C-C2A9-4FF772513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81A2-B0EF-4591-851B-7BBB222CCEEE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6C3B98-E2FB-B88A-0E55-DCE47566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F4A140-0095-1E77-F980-912FD1ED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C6223-A7F5-402C-A99C-090A6F9D19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4877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69434-7745-8398-C5D5-F8CACD776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7E20BA-E78F-086E-F08E-2705E74FE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79B26-A3F2-CA0D-65DB-CBE085EF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81A2-B0EF-4591-851B-7BBB222CCEEE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85D88A-840B-F1FF-D921-2695E3E4A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932733-4904-F9B0-0BB0-B7218110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C6223-A7F5-402C-A99C-090A6F9D19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73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5C62A-18B4-B2BA-6116-E67F90B1B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CEE0CF-EC25-291E-8BAE-153D1E7D3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2601AE-C7D3-633E-9269-7BF66AB21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81A2-B0EF-4591-851B-7BBB222CCEEE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1FDEC7-2AC2-05DC-C9AD-32CC2DB3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D3D12D-F67E-B59F-1C3F-C204B4945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C6223-A7F5-402C-A99C-090A6F9D19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9116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67CF93-E54A-A425-4901-36B02C49C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F11B16-C16B-D39F-3BC0-1DD11049C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1CC7D7-1BA5-F24C-D2DD-A7EA1758F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ACE0FA-B2FE-DDC5-0BC1-D36C55274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81A2-B0EF-4591-851B-7BBB222CCEEE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337081-DF84-0110-7523-E2186723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1B4F01-5ABA-48FE-C26C-EC3F4301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C6223-A7F5-402C-A99C-090A6F9D19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346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93B7A-85D4-4CD2-78F4-ADEC0957A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1EA96B-68DF-BB64-4B06-10B8C4961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D6C42E-B174-C3E6-D80B-960F495F3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42463B-2197-07B0-540B-4FFE6BB6D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FCDA9D3-01DF-A962-4A4D-71B600F24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C8D4EBA-D140-5A62-EF1C-42311066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81A2-B0EF-4591-851B-7BBB222CCEEE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02DC8D6-7A1D-85B1-A2EB-6EA562BA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C7C14DE-05F4-FE51-D133-150E078B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C6223-A7F5-402C-A99C-090A6F9D19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3351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B605D-0EAE-67BB-8DAF-018E4403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92FE198-6AFF-03D3-08C0-583FA9A3C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81A2-B0EF-4591-851B-7BBB222CCEEE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8BC405-872F-2961-4C44-2B1FED931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345C82-BEEB-94FD-04D9-EAA7949BB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C6223-A7F5-402C-A99C-090A6F9D19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7278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302298-C605-6390-83F2-13E66C6E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81A2-B0EF-4591-851B-7BBB222CCEEE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5624ABB-B54D-5C64-7808-C96573534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D33448-351D-C00C-1B68-8E18DB3C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C6223-A7F5-402C-A99C-090A6F9D19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939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C5CDA-03BA-AB68-FC6E-CD4996CC9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D497A1-206F-2548-876E-85C6AAA61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6B5AAC-45E4-94AA-4B76-343FB75D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5FEAE6-BA88-E4ED-4288-E7EAF2EF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81A2-B0EF-4591-851B-7BBB222CCEEE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B7AD33-818D-ABDF-45CA-A736CA6BD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99D792-DECA-CB30-0924-AC38C34D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C6223-A7F5-402C-A99C-090A6F9D19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1495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CEBE8-519A-35B3-5335-FF65B594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A98F7C5-8405-B34C-3187-EFB99433E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F4EFF9-A4B9-A840-1700-378BB6253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236285-A9D3-3B91-DFE3-CF53E2CE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81A2-B0EF-4591-851B-7BBB222CCEEE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48B41A-6184-EFCC-6522-5537830FB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2CB091-6CF6-8FDE-72D6-458F41E8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C6223-A7F5-402C-A99C-090A6F9D19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331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4D31D-7901-986D-F66B-6432877C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A1E768-5F09-8B39-581A-0F8F5CC6D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E0820-7839-003F-DE43-451D755B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81A2-B0EF-4591-851B-7BBB222CCEEE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94598C-AB88-2AAA-703F-5BBE76B4A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7D257B-0E2A-2322-DD31-F68D382F6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C6223-A7F5-402C-A99C-090A6F9D19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6110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A08CD6-FB1E-8A30-9C30-C47822FB2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0E051E-1FD7-BAF0-97E4-9566806DF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CBA444-B7E6-27A5-71A8-DC0A1E175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81A2-B0EF-4591-851B-7BBB222CCEEE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574204-2C7F-DED4-7643-3EDE2E6B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3CE6BF-F2A7-33B6-9711-7068121D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C6223-A7F5-402C-A99C-090A6F9D19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828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AF6D625-E60B-CABA-CCFD-54517898C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301A3C-7CDE-4AE7-6EE0-2148A739F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E3BF3-6C5E-D9EB-7E1D-9CF060493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481A2-B0EF-4591-851B-7BBB222CCEEE}" type="datetimeFigureOut">
              <a:rPr lang="es-MX" smtClean="0"/>
              <a:t>21/06/2026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E9CF1B-CE22-1D03-BBF9-35AEA4184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187089-767E-D43A-9FF0-3E762C4EB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4C6223-A7F5-402C-A99C-090A6F9D19D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811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3862971A-2E64-9132-3047-9DE5A6F93C24}"/>
              </a:ext>
            </a:extLst>
          </p:cNvPr>
          <p:cNvSpPr txBox="1"/>
          <p:nvPr/>
        </p:nvSpPr>
        <p:spPr>
          <a:xfrm>
            <a:off x="626813" y="544992"/>
            <a:ext cx="4036978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3600" b="1" dirty="0" err="1">
                <a:latin typeface="Cause ExtraBold" pitchFamily="2" charset="0"/>
                <a:ea typeface="Google Sans" pitchFamily="2" charset="0"/>
                <a:cs typeface="Google Sans" pitchFamily="2" charset="0"/>
              </a:rPr>
              <a:t>Initial</a:t>
            </a:r>
            <a:r>
              <a:rPr lang="es-MX" sz="3600" b="1" dirty="0">
                <a:latin typeface="Cause ExtraBold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s-MX" sz="3600" b="1" dirty="0" err="1">
                <a:latin typeface="Cause ExtraBold" pitchFamily="2" charset="0"/>
                <a:ea typeface="Google Sans" pitchFamily="2" charset="0"/>
                <a:cs typeface="Google Sans" pitchFamily="2" charset="0"/>
              </a:rPr>
              <a:t>Population</a:t>
            </a:r>
            <a:endParaRPr lang="es-MX" sz="3600" b="1" dirty="0">
              <a:latin typeface="Cause ExtraBold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32FA3AD-DDE7-76A1-39D4-51B52AE959EE}"/>
              </a:ext>
            </a:extLst>
          </p:cNvPr>
          <p:cNvSpPr txBox="1"/>
          <p:nvPr/>
        </p:nvSpPr>
        <p:spPr>
          <a:xfrm>
            <a:off x="611244" y="4104355"/>
            <a:ext cx="2467768" cy="3231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Length</a:t>
            </a:r>
            <a:r>
              <a:rPr lang="es-MX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s-MX"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Sequence</a:t>
            </a:r>
            <a:r>
              <a:rPr lang="es-MX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= 5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9F9CB1D6-8240-E08A-60B4-6BC74D8D422E}"/>
              </a:ext>
            </a:extLst>
          </p:cNvPr>
          <p:cNvSpPr txBox="1"/>
          <p:nvPr/>
        </p:nvSpPr>
        <p:spPr>
          <a:xfrm>
            <a:off x="611244" y="4457168"/>
            <a:ext cx="2467768" cy="3231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Population</a:t>
            </a:r>
            <a:r>
              <a:rPr lang="es-MX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Size = 40</a:t>
            </a:r>
          </a:p>
        </p:txBody>
      </p:sp>
      <p:grpSp>
        <p:nvGrpSpPr>
          <p:cNvPr id="145" name="Grupo 144">
            <a:extLst>
              <a:ext uri="{FF2B5EF4-FFF2-40B4-BE49-F238E27FC236}">
                <a16:creationId xmlns:a16="http://schemas.microsoft.com/office/drawing/2014/main" id="{CD0AFA4C-9D93-86A5-E1A7-AF22F00C6782}"/>
              </a:ext>
            </a:extLst>
          </p:cNvPr>
          <p:cNvGrpSpPr/>
          <p:nvPr/>
        </p:nvGrpSpPr>
        <p:grpSpPr>
          <a:xfrm>
            <a:off x="2249141" y="1802517"/>
            <a:ext cx="9326324" cy="1228749"/>
            <a:chOff x="1307309" y="1976253"/>
            <a:chExt cx="9326324" cy="1228749"/>
          </a:xfrm>
        </p:grpSpPr>
        <p:sp>
          <p:nvSpPr>
            <p:cNvPr id="101" name="CuadroTexto 100">
              <a:extLst>
                <a:ext uri="{FF2B5EF4-FFF2-40B4-BE49-F238E27FC236}">
                  <a16:creationId xmlns:a16="http://schemas.microsoft.com/office/drawing/2014/main" id="{453A10CB-5A23-4478-B228-4BC5068BB4DB}"/>
                </a:ext>
              </a:extLst>
            </p:cNvPr>
            <p:cNvSpPr txBox="1"/>
            <p:nvPr/>
          </p:nvSpPr>
          <p:spPr>
            <a:xfrm>
              <a:off x="1307309" y="1976253"/>
              <a:ext cx="93263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200" b="1" dirty="0">
                  <a:solidFill>
                    <a:schemeClr val="accent6">
                      <a:lumMod val="50000"/>
                    </a:schemeClr>
                  </a:solidFill>
                </a:rPr>
                <a:t>A   R   N  D  C Q  E  G  H   I    L   K  M  F   P  S   T  W  Y  V </a:t>
              </a:r>
            </a:p>
          </p:txBody>
        </p:sp>
        <p:grpSp>
          <p:nvGrpSpPr>
            <p:cNvPr id="114" name="Grupo 113">
              <a:extLst>
                <a:ext uri="{FF2B5EF4-FFF2-40B4-BE49-F238E27FC236}">
                  <a16:creationId xmlns:a16="http://schemas.microsoft.com/office/drawing/2014/main" id="{ECA46723-8547-42FA-CD70-4FDB3E8F1751}"/>
                </a:ext>
              </a:extLst>
            </p:cNvPr>
            <p:cNvGrpSpPr/>
            <p:nvPr/>
          </p:nvGrpSpPr>
          <p:grpSpPr>
            <a:xfrm>
              <a:off x="1417269" y="2662035"/>
              <a:ext cx="2150713" cy="523917"/>
              <a:chOff x="1417269" y="2662035"/>
              <a:chExt cx="2150713" cy="52391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CuadroTexto 101">
                    <a:extLst>
                      <a:ext uri="{FF2B5EF4-FFF2-40B4-BE49-F238E27FC236}">
                        <a16:creationId xmlns:a16="http://schemas.microsoft.com/office/drawing/2014/main" id="{923ADB04-0BF1-6362-281A-5B3FF9060168}"/>
                      </a:ext>
                    </a:extLst>
                  </p:cNvPr>
                  <p:cNvSpPr txBox="1"/>
                  <p:nvPr/>
                </p:nvSpPr>
                <p:spPr>
                  <a:xfrm>
                    <a:off x="1417269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02" name="CuadroTexto 101">
                    <a:extLst>
                      <a:ext uri="{FF2B5EF4-FFF2-40B4-BE49-F238E27FC236}">
                        <a16:creationId xmlns:a16="http://schemas.microsoft.com/office/drawing/2014/main" id="{923ADB04-0BF1-6362-281A-5B3FF90601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7269" y="2662035"/>
                    <a:ext cx="302967" cy="5203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CuadroTexto 104">
                    <a:extLst>
                      <a:ext uri="{FF2B5EF4-FFF2-40B4-BE49-F238E27FC236}">
                        <a16:creationId xmlns:a16="http://schemas.microsoft.com/office/drawing/2014/main" id="{3D5CC79E-C9A1-444C-696A-37671B7C82C9}"/>
                      </a:ext>
                    </a:extLst>
                  </p:cNvPr>
                  <p:cNvSpPr txBox="1"/>
                  <p:nvPr/>
                </p:nvSpPr>
                <p:spPr>
                  <a:xfrm>
                    <a:off x="1886990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05" name="CuadroTexto 104">
                    <a:extLst>
                      <a:ext uri="{FF2B5EF4-FFF2-40B4-BE49-F238E27FC236}">
                        <a16:creationId xmlns:a16="http://schemas.microsoft.com/office/drawing/2014/main" id="{3D5CC79E-C9A1-444C-696A-37671B7C82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6990" y="2662035"/>
                    <a:ext cx="302967" cy="5203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CuadroTexto 106">
                    <a:extLst>
                      <a:ext uri="{FF2B5EF4-FFF2-40B4-BE49-F238E27FC236}">
                        <a16:creationId xmlns:a16="http://schemas.microsoft.com/office/drawing/2014/main" id="{38AA41E3-B835-1422-3AFD-953503785933}"/>
                      </a:ext>
                    </a:extLst>
                  </p:cNvPr>
                  <p:cNvSpPr txBox="1"/>
                  <p:nvPr/>
                </p:nvSpPr>
                <p:spPr>
                  <a:xfrm>
                    <a:off x="2356711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07" name="CuadroTexto 106">
                    <a:extLst>
                      <a:ext uri="{FF2B5EF4-FFF2-40B4-BE49-F238E27FC236}">
                        <a16:creationId xmlns:a16="http://schemas.microsoft.com/office/drawing/2014/main" id="{38AA41E3-B835-1422-3AFD-9535037859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56711" y="2662035"/>
                    <a:ext cx="302967" cy="5203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CuadroTexto 108">
                    <a:extLst>
                      <a:ext uri="{FF2B5EF4-FFF2-40B4-BE49-F238E27FC236}">
                        <a16:creationId xmlns:a16="http://schemas.microsoft.com/office/drawing/2014/main" id="{61A2EB5A-B06C-B8E6-89E7-E5EA6A351BBE}"/>
                      </a:ext>
                    </a:extLst>
                  </p:cNvPr>
                  <p:cNvSpPr txBox="1"/>
                  <p:nvPr/>
                </p:nvSpPr>
                <p:spPr>
                  <a:xfrm>
                    <a:off x="2810863" y="2665553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09" name="CuadroTexto 108">
                    <a:extLst>
                      <a:ext uri="{FF2B5EF4-FFF2-40B4-BE49-F238E27FC236}">
                        <a16:creationId xmlns:a16="http://schemas.microsoft.com/office/drawing/2014/main" id="{61A2EB5A-B06C-B8E6-89E7-E5EA6A351B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0863" y="2665553"/>
                    <a:ext cx="302967" cy="5203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CuadroTexto 110">
                    <a:extLst>
                      <a:ext uri="{FF2B5EF4-FFF2-40B4-BE49-F238E27FC236}">
                        <a16:creationId xmlns:a16="http://schemas.microsoft.com/office/drawing/2014/main" id="{99999A55-4E3C-6942-B6C7-C0CDD9C884E2}"/>
                      </a:ext>
                    </a:extLst>
                  </p:cNvPr>
                  <p:cNvSpPr txBox="1"/>
                  <p:nvPr/>
                </p:nvSpPr>
                <p:spPr>
                  <a:xfrm>
                    <a:off x="3265015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11" name="CuadroTexto 110">
                    <a:extLst>
                      <a:ext uri="{FF2B5EF4-FFF2-40B4-BE49-F238E27FC236}">
                        <a16:creationId xmlns:a16="http://schemas.microsoft.com/office/drawing/2014/main" id="{99999A55-4E3C-6942-B6C7-C0CDD9C884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5015" y="2662035"/>
                    <a:ext cx="302967" cy="5203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7" name="Grupo 126">
              <a:extLst>
                <a:ext uri="{FF2B5EF4-FFF2-40B4-BE49-F238E27FC236}">
                  <a16:creationId xmlns:a16="http://schemas.microsoft.com/office/drawing/2014/main" id="{CF906B1C-D1A0-D72F-4CE2-73310E08C670}"/>
                </a:ext>
              </a:extLst>
            </p:cNvPr>
            <p:cNvGrpSpPr/>
            <p:nvPr/>
          </p:nvGrpSpPr>
          <p:grpSpPr>
            <a:xfrm>
              <a:off x="3668573" y="2673946"/>
              <a:ext cx="2150713" cy="523917"/>
              <a:chOff x="1417269" y="2662035"/>
              <a:chExt cx="2150713" cy="52391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CuadroTexto 127">
                    <a:extLst>
                      <a:ext uri="{FF2B5EF4-FFF2-40B4-BE49-F238E27FC236}">
                        <a16:creationId xmlns:a16="http://schemas.microsoft.com/office/drawing/2014/main" id="{11E9EF7A-466B-37A8-38F9-9A9E721C31FD}"/>
                      </a:ext>
                    </a:extLst>
                  </p:cNvPr>
                  <p:cNvSpPr txBox="1"/>
                  <p:nvPr/>
                </p:nvSpPr>
                <p:spPr>
                  <a:xfrm>
                    <a:off x="1417269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28" name="CuadroTexto 127">
                    <a:extLst>
                      <a:ext uri="{FF2B5EF4-FFF2-40B4-BE49-F238E27FC236}">
                        <a16:creationId xmlns:a16="http://schemas.microsoft.com/office/drawing/2014/main" id="{11E9EF7A-466B-37A8-38F9-9A9E721C31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7269" y="2662035"/>
                    <a:ext cx="302967" cy="5203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CuadroTexto 128">
                    <a:extLst>
                      <a:ext uri="{FF2B5EF4-FFF2-40B4-BE49-F238E27FC236}">
                        <a16:creationId xmlns:a16="http://schemas.microsoft.com/office/drawing/2014/main" id="{6DF1CCCD-E8CF-9FAE-0F52-D537A593DB3E}"/>
                      </a:ext>
                    </a:extLst>
                  </p:cNvPr>
                  <p:cNvSpPr txBox="1"/>
                  <p:nvPr/>
                </p:nvSpPr>
                <p:spPr>
                  <a:xfrm>
                    <a:off x="1886990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29" name="CuadroTexto 128">
                    <a:extLst>
                      <a:ext uri="{FF2B5EF4-FFF2-40B4-BE49-F238E27FC236}">
                        <a16:creationId xmlns:a16="http://schemas.microsoft.com/office/drawing/2014/main" id="{6DF1CCCD-E8CF-9FAE-0F52-D537A593DB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6990" y="2662035"/>
                    <a:ext cx="302967" cy="5203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CuadroTexto 129">
                    <a:extLst>
                      <a:ext uri="{FF2B5EF4-FFF2-40B4-BE49-F238E27FC236}">
                        <a16:creationId xmlns:a16="http://schemas.microsoft.com/office/drawing/2014/main" id="{B88AD8BE-F3E3-C9A6-01CE-AF8140170139}"/>
                      </a:ext>
                    </a:extLst>
                  </p:cNvPr>
                  <p:cNvSpPr txBox="1"/>
                  <p:nvPr/>
                </p:nvSpPr>
                <p:spPr>
                  <a:xfrm>
                    <a:off x="2356711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30" name="CuadroTexto 129">
                    <a:extLst>
                      <a:ext uri="{FF2B5EF4-FFF2-40B4-BE49-F238E27FC236}">
                        <a16:creationId xmlns:a16="http://schemas.microsoft.com/office/drawing/2014/main" id="{B88AD8BE-F3E3-C9A6-01CE-AF81401701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56711" y="2662035"/>
                    <a:ext cx="302967" cy="5203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CuadroTexto 130">
                    <a:extLst>
                      <a:ext uri="{FF2B5EF4-FFF2-40B4-BE49-F238E27FC236}">
                        <a16:creationId xmlns:a16="http://schemas.microsoft.com/office/drawing/2014/main" id="{22EC5355-18FF-E39D-E8C5-46A2FA16DA45}"/>
                      </a:ext>
                    </a:extLst>
                  </p:cNvPr>
                  <p:cNvSpPr txBox="1"/>
                  <p:nvPr/>
                </p:nvSpPr>
                <p:spPr>
                  <a:xfrm>
                    <a:off x="2810863" y="2665553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31" name="CuadroTexto 130">
                    <a:extLst>
                      <a:ext uri="{FF2B5EF4-FFF2-40B4-BE49-F238E27FC236}">
                        <a16:creationId xmlns:a16="http://schemas.microsoft.com/office/drawing/2014/main" id="{22EC5355-18FF-E39D-E8C5-46A2FA16DA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0863" y="2665553"/>
                    <a:ext cx="302967" cy="5203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CuadroTexto 131">
                    <a:extLst>
                      <a:ext uri="{FF2B5EF4-FFF2-40B4-BE49-F238E27FC236}">
                        <a16:creationId xmlns:a16="http://schemas.microsoft.com/office/drawing/2014/main" id="{9F5032B5-3997-E94A-E717-B4F6BE9E3599}"/>
                      </a:ext>
                    </a:extLst>
                  </p:cNvPr>
                  <p:cNvSpPr txBox="1"/>
                  <p:nvPr/>
                </p:nvSpPr>
                <p:spPr>
                  <a:xfrm>
                    <a:off x="3265015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32" name="CuadroTexto 131">
                    <a:extLst>
                      <a:ext uri="{FF2B5EF4-FFF2-40B4-BE49-F238E27FC236}">
                        <a16:creationId xmlns:a16="http://schemas.microsoft.com/office/drawing/2014/main" id="{9F5032B5-3997-E94A-E717-B4F6BE9E35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5015" y="2662035"/>
                    <a:ext cx="302967" cy="5203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3" name="Grupo 132">
              <a:extLst>
                <a:ext uri="{FF2B5EF4-FFF2-40B4-BE49-F238E27FC236}">
                  <a16:creationId xmlns:a16="http://schemas.microsoft.com/office/drawing/2014/main" id="{54AD10DD-92DB-3A92-7409-F96A57BC9E99}"/>
                </a:ext>
              </a:extLst>
            </p:cNvPr>
            <p:cNvGrpSpPr/>
            <p:nvPr/>
          </p:nvGrpSpPr>
          <p:grpSpPr>
            <a:xfrm>
              <a:off x="5970471" y="2681085"/>
              <a:ext cx="2150713" cy="523917"/>
              <a:chOff x="1417269" y="2662035"/>
              <a:chExt cx="2150713" cy="52391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CuadroTexto 133">
                    <a:extLst>
                      <a:ext uri="{FF2B5EF4-FFF2-40B4-BE49-F238E27FC236}">
                        <a16:creationId xmlns:a16="http://schemas.microsoft.com/office/drawing/2014/main" id="{5DE5FCA9-6041-240C-CF54-57D28B584C40}"/>
                      </a:ext>
                    </a:extLst>
                  </p:cNvPr>
                  <p:cNvSpPr txBox="1"/>
                  <p:nvPr/>
                </p:nvSpPr>
                <p:spPr>
                  <a:xfrm>
                    <a:off x="1417269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34" name="CuadroTexto 133">
                    <a:extLst>
                      <a:ext uri="{FF2B5EF4-FFF2-40B4-BE49-F238E27FC236}">
                        <a16:creationId xmlns:a16="http://schemas.microsoft.com/office/drawing/2014/main" id="{5DE5FCA9-6041-240C-CF54-57D28B584C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7269" y="2662035"/>
                    <a:ext cx="302967" cy="5203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CuadroTexto 134">
                    <a:extLst>
                      <a:ext uri="{FF2B5EF4-FFF2-40B4-BE49-F238E27FC236}">
                        <a16:creationId xmlns:a16="http://schemas.microsoft.com/office/drawing/2014/main" id="{C852722E-11B3-B5B4-3299-5DCB86843DC7}"/>
                      </a:ext>
                    </a:extLst>
                  </p:cNvPr>
                  <p:cNvSpPr txBox="1"/>
                  <p:nvPr/>
                </p:nvSpPr>
                <p:spPr>
                  <a:xfrm>
                    <a:off x="1886990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35" name="CuadroTexto 134">
                    <a:extLst>
                      <a:ext uri="{FF2B5EF4-FFF2-40B4-BE49-F238E27FC236}">
                        <a16:creationId xmlns:a16="http://schemas.microsoft.com/office/drawing/2014/main" id="{C852722E-11B3-B5B4-3299-5DCB86843DC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6990" y="2662035"/>
                    <a:ext cx="302967" cy="5203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CuadroTexto 135">
                    <a:extLst>
                      <a:ext uri="{FF2B5EF4-FFF2-40B4-BE49-F238E27FC236}">
                        <a16:creationId xmlns:a16="http://schemas.microsoft.com/office/drawing/2014/main" id="{913BE50A-47DC-A025-F84A-9CDC60E1E3F0}"/>
                      </a:ext>
                    </a:extLst>
                  </p:cNvPr>
                  <p:cNvSpPr txBox="1"/>
                  <p:nvPr/>
                </p:nvSpPr>
                <p:spPr>
                  <a:xfrm>
                    <a:off x="2356711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36" name="CuadroTexto 135">
                    <a:extLst>
                      <a:ext uri="{FF2B5EF4-FFF2-40B4-BE49-F238E27FC236}">
                        <a16:creationId xmlns:a16="http://schemas.microsoft.com/office/drawing/2014/main" id="{913BE50A-47DC-A025-F84A-9CDC60E1E3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56711" y="2662035"/>
                    <a:ext cx="302967" cy="5203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CuadroTexto 136">
                    <a:extLst>
                      <a:ext uri="{FF2B5EF4-FFF2-40B4-BE49-F238E27FC236}">
                        <a16:creationId xmlns:a16="http://schemas.microsoft.com/office/drawing/2014/main" id="{95DCBE4A-C4B6-639F-98A5-7E54FE1A4AD5}"/>
                      </a:ext>
                    </a:extLst>
                  </p:cNvPr>
                  <p:cNvSpPr txBox="1"/>
                  <p:nvPr/>
                </p:nvSpPr>
                <p:spPr>
                  <a:xfrm>
                    <a:off x="2810863" y="2665553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37" name="CuadroTexto 136">
                    <a:extLst>
                      <a:ext uri="{FF2B5EF4-FFF2-40B4-BE49-F238E27FC236}">
                        <a16:creationId xmlns:a16="http://schemas.microsoft.com/office/drawing/2014/main" id="{95DCBE4A-C4B6-639F-98A5-7E54FE1A4A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0863" y="2665553"/>
                    <a:ext cx="302967" cy="5203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CuadroTexto 137">
                    <a:extLst>
                      <a:ext uri="{FF2B5EF4-FFF2-40B4-BE49-F238E27FC236}">
                        <a16:creationId xmlns:a16="http://schemas.microsoft.com/office/drawing/2014/main" id="{D4B61552-F198-B476-A4B1-3E7FD26E5576}"/>
                      </a:ext>
                    </a:extLst>
                  </p:cNvPr>
                  <p:cNvSpPr txBox="1"/>
                  <p:nvPr/>
                </p:nvSpPr>
                <p:spPr>
                  <a:xfrm>
                    <a:off x="3265015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38" name="CuadroTexto 137">
                    <a:extLst>
                      <a:ext uri="{FF2B5EF4-FFF2-40B4-BE49-F238E27FC236}">
                        <a16:creationId xmlns:a16="http://schemas.microsoft.com/office/drawing/2014/main" id="{D4B61552-F198-B476-A4B1-3E7FD26E55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5015" y="2662035"/>
                    <a:ext cx="302967" cy="5203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39" name="Grupo 138">
              <a:extLst>
                <a:ext uri="{FF2B5EF4-FFF2-40B4-BE49-F238E27FC236}">
                  <a16:creationId xmlns:a16="http://schemas.microsoft.com/office/drawing/2014/main" id="{B4862337-316A-4E1C-5A22-27F7485DB9B4}"/>
                </a:ext>
              </a:extLst>
            </p:cNvPr>
            <p:cNvGrpSpPr/>
            <p:nvPr/>
          </p:nvGrpSpPr>
          <p:grpSpPr>
            <a:xfrm>
              <a:off x="8232334" y="2662035"/>
              <a:ext cx="2150713" cy="523917"/>
              <a:chOff x="1417269" y="2662035"/>
              <a:chExt cx="2150713" cy="52391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CuadroTexto 139">
                    <a:extLst>
                      <a:ext uri="{FF2B5EF4-FFF2-40B4-BE49-F238E27FC236}">
                        <a16:creationId xmlns:a16="http://schemas.microsoft.com/office/drawing/2014/main" id="{700242F2-FECE-6D22-8122-84C7B92D2B06}"/>
                      </a:ext>
                    </a:extLst>
                  </p:cNvPr>
                  <p:cNvSpPr txBox="1"/>
                  <p:nvPr/>
                </p:nvSpPr>
                <p:spPr>
                  <a:xfrm>
                    <a:off x="1417269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40" name="CuadroTexto 139">
                    <a:extLst>
                      <a:ext uri="{FF2B5EF4-FFF2-40B4-BE49-F238E27FC236}">
                        <a16:creationId xmlns:a16="http://schemas.microsoft.com/office/drawing/2014/main" id="{700242F2-FECE-6D22-8122-84C7B92D2B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7269" y="2662035"/>
                    <a:ext cx="302967" cy="5203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CuadroTexto 140">
                    <a:extLst>
                      <a:ext uri="{FF2B5EF4-FFF2-40B4-BE49-F238E27FC236}">
                        <a16:creationId xmlns:a16="http://schemas.microsoft.com/office/drawing/2014/main" id="{EF1C72FC-C83B-CBDE-FE77-70D1646B108B}"/>
                      </a:ext>
                    </a:extLst>
                  </p:cNvPr>
                  <p:cNvSpPr txBox="1"/>
                  <p:nvPr/>
                </p:nvSpPr>
                <p:spPr>
                  <a:xfrm>
                    <a:off x="1886990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41" name="CuadroTexto 140">
                    <a:extLst>
                      <a:ext uri="{FF2B5EF4-FFF2-40B4-BE49-F238E27FC236}">
                        <a16:creationId xmlns:a16="http://schemas.microsoft.com/office/drawing/2014/main" id="{EF1C72FC-C83B-CBDE-FE77-70D1646B10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6990" y="2662035"/>
                    <a:ext cx="302967" cy="5203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CuadroTexto 141">
                    <a:extLst>
                      <a:ext uri="{FF2B5EF4-FFF2-40B4-BE49-F238E27FC236}">
                        <a16:creationId xmlns:a16="http://schemas.microsoft.com/office/drawing/2014/main" id="{4C01C504-5E33-AAB6-D4D6-286242C98B7C}"/>
                      </a:ext>
                    </a:extLst>
                  </p:cNvPr>
                  <p:cNvSpPr txBox="1"/>
                  <p:nvPr/>
                </p:nvSpPr>
                <p:spPr>
                  <a:xfrm>
                    <a:off x="2356711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42" name="CuadroTexto 141">
                    <a:extLst>
                      <a:ext uri="{FF2B5EF4-FFF2-40B4-BE49-F238E27FC236}">
                        <a16:creationId xmlns:a16="http://schemas.microsoft.com/office/drawing/2014/main" id="{4C01C504-5E33-AAB6-D4D6-286242C98B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56711" y="2662035"/>
                    <a:ext cx="302967" cy="5203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" name="CuadroTexto 142">
                    <a:extLst>
                      <a:ext uri="{FF2B5EF4-FFF2-40B4-BE49-F238E27FC236}">
                        <a16:creationId xmlns:a16="http://schemas.microsoft.com/office/drawing/2014/main" id="{8ABE17B7-26E1-081E-2277-85C1DEE5F03B}"/>
                      </a:ext>
                    </a:extLst>
                  </p:cNvPr>
                  <p:cNvSpPr txBox="1"/>
                  <p:nvPr/>
                </p:nvSpPr>
                <p:spPr>
                  <a:xfrm>
                    <a:off x="2810863" y="2665553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43" name="CuadroTexto 142">
                    <a:extLst>
                      <a:ext uri="{FF2B5EF4-FFF2-40B4-BE49-F238E27FC236}">
                        <a16:creationId xmlns:a16="http://schemas.microsoft.com/office/drawing/2014/main" id="{8ABE17B7-26E1-081E-2277-85C1DEE5F0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0863" y="2665553"/>
                    <a:ext cx="302967" cy="5203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CuadroTexto 143">
                    <a:extLst>
                      <a:ext uri="{FF2B5EF4-FFF2-40B4-BE49-F238E27FC236}">
                        <a16:creationId xmlns:a16="http://schemas.microsoft.com/office/drawing/2014/main" id="{13755D75-370C-56A1-6674-2E0436BFA7C2}"/>
                      </a:ext>
                    </a:extLst>
                  </p:cNvPr>
                  <p:cNvSpPr txBox="1"/>
                  <p:nvPr/>
                </p:nvSpPr>
                <p:spPr>
                  <a:xfrm>
                    <a:off x="3265015" y="2662035"/>
                    <a:ext cx="302967" cy="5203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oMath>
                      </m:oMathPara>
                    </a14:m>
                    <a:endParaRPr lang="es-MX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44" name="CuadroTexto 143">
                    <a:extLst>
                      <a:ext uri="{FF2B5EF4-FFF2-40B4-BE49-F238E27FC236}">
                        <a16:creationId xmlns:a16="http://schemas.microsoft.com/office/drawing/2014/main" id="{13755D75-370C-56A1-6674-2E0436BFA7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5015" y="2662035"/>
                    <a:ext cx="302967" cy="5203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129FD8BF-289F-9E65-6E16-CA492F247F7E}"/>
              </a:ext>
            </a:extLst>
          </p:cNvPr>
          <p:cNvSpPr txBox="1"/>
          <p:nvPr/>
        </p:nvSpPr>
        <p:spPr>
          <a:xfrm>
            <a:off x="626813" y="1933321"/>
            <a:ext cx="1337349" cy="3231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15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Amino </a:t>
            </a:r>
            <a:r>
              <a:rPr lang="es-MX" sz="150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acid</a:t>
            </a:r>
            <a:endParaRPr lang="es-MX" sz="150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0256B87F-8ADE-E811-37D4-6B463C694C45}"/>
              </a:ext>
            </a:extLst>
          </p:cNvPr>
          <p:cNvSpPr txBox="1"/>
          <p:nvPr/>
        </p:nvSpPr>
        <p:spPr>
          <a:xfrm>
            <a:off x="611244" y="2586915"/>
            <a:ext cx="1314460" cy="3231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150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Probability</a:t>
            </a:r>
            <a:endParaRPr lang="es-MX" sz="150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491E2409-6580-BA91-5F7C-70D923268AEF}"/>
              </a:ext>
            </a:extLst>
          </p:cNvPr>
          <p:cNvSpPr txBox="1"/>
          <p:nvPr/>
        </p:nvSpPr>
        <p:spPr>
          <a:xfrm>
            <a:off x="611244" y="3552895"/>
            <a:ext cx="1314460" cy="3231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Example</a:t>
            </a:r>
            <a:endParaRPr lang="es-MX" sz="1500" b="1" dirty="0">
              <a:solidFill>
                <a:schemeClr val="tx1">
                  <a:lumMod val="95000"/>
                  <a:lumOff val="5000"/>
                </a:schemeClr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grpSp>
        <p:nvGrpSpPr>
          <p:cNvPr id="254" name="Grupo 253">
            <a:extLst>
              <a:ext uri="{FF2B5EF4-FFF2-40B4-BE49-F238E27FC236}">
                <a16:creationId xmlns:a16="http://schemas.microsoft.com/office/drawing/2014/main" id="{2CA57A33-6694-F8A6-2119-424F22E62438}"/>
              </a:ext>
            </a:extLst>
          </p:cNvPr>
          <p:cNvGrpSpPr/>
          <p:nvPr/>
        </p:nvGrpSpPr>
        <p:grpSpPr>
          <a:xfrm>
            <a:off x="3155799" y="3429000"/>
            <a:ext cx="5907217" cy="3206480"/>
            <a:chOff x="3079012" y="3239778"/>
            <a:chExt cx="5907217" cy="3206480"/>
          </a:xfrm>
        </p:grpSpPr>
        <p:grpSp>
          <p:nvGrpSpPr>
            <p:cNvPr id="226" name="Grupo 225">
              <a:extLst>
                <a:ext uri="{FF2B5EF4-FFF2-40B4-BE49-F238E27FC236}">
                  <a16:creationId xmlns:a16="http://schemas.microsoft.com/office/drawing/2014/main" id="{B33B8F66-1A49-F94E-95BF-FD61A28C59C4}"/>
                </a:ext>
              </a:extLst>
            </p:cNvPr>
            <p:cNvGrpSpPr/>
            <p:nvPr/>
          </p:nvGrpSpPr>
          <p:grpSpPr>
            <a:xfrm>
              <a:off x="3079012" y="3239778"/>
              <a:ext cx="5907217" cy="3206480"/>
              <a:chOff x="4281487" y="3322336"/>
              <a:chExt cx="5907217" cy="3206480"/>
            </a:xfrm>
          </p:grpSpPr>
          <p:sp>
            <p:nvSpPr>
              <p:cNvPr id="177" name="CuadroTexto 176">
                <a:extLst>
                  <a:ext uri="{FF2B5EF4-FFF2-40B4-BE49-F238E27FC236}">
                    <a16:creationId xmlns:a16="http://schemas.microsoft.com/office/drawing/2014/main" id="{167EECC2-3313-18CD-E54D-A69372E2197D}"/>
                  </a:ext>
                </a:extLst>
              </p:cNvPr>
              <p:cNvSpPr txBox="1"/>
              <p:nvPr/>
            </p:nvSpPr>
            <p:spPr>
              <a:xfrm>
                <a:off x="5299008" y="3886029"/>
                <a:ext cx="4141120" cy="8309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48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_  _  _  _  _</a:t>
                </a:r>
              </a:p>
            </p:txBody>
          </p:sp>
          <p:sp>
            <p:nvSpPr>
              <p:cNvPr id="163" name="CuadroTexto 162">
                <a:extLst>
                  <a:ext uri="{FF2B5EF4-FFF2-40B4-BE49-F238E27FC236}">
                    <a16:creationId xmlns:a16="http://schemas.microsoft.com/office/drawing/2014/main" id="{C97AD462-2C96-1B0A-56D7-79F768AE7457}"/>
                  </a:ext>
                </a:extLst>
              </p:cNvPr>
              <p:cNvSpPr txBox="1"/>
              <p:nvPr/>
            </p:nvSpPr>
            <p:spPr>
              <a:xfrm>
                <a:off x="5311464" y="3322336"/>
                <a:ext cx="4141120" cy="8309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48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_  _  _  _  _</a:t>
                </a:r>
              </a:p>
            </p:txBody>
          </p:sp>
          <p:sp>
            <p:nvSpPr>
              <p:cNvPr id="165" name="CuadroTexto 164">
                <a:extLst>
                  <a:ext uri="{FF2B5EF4-FFF2-40B4-BE49-F238E27FC236}">
                    <a16:creationId xmlns:a16="http://schemas.microsoft.com/office/drawing/2014/main" id="{DEC4644A-D201-4E21-E36B-C29CD61D7A57}"/>
                  </a:ext>
                </a:extLst>
              </p:cNvPr>
              <p:cNvSpPr txBox="1"/>
              <p:nvPr/>
            </p:nvSpPr>
            <p:spPr>
              <a:xfrm>
                <a:off x="5311464" y="3507969"/>
                <a:ext cx="5543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Q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173" name="CuadroTexto 172">
                <a:extLst>
                  <a:ext uri="{FF2B5EF4-FFF2-40B4-BE49-F238E27FC236}">
                    <a16:creationId xmlns:a16="http://schemas.microsoft.com/office/drawing/2014/main" id="{10EB58F0-83BF-1A33-D9B1-AAB632D41F5D}"/>
                  </a:ext>
                </a:extLst>
              </p:cNvPr>
              <p:cNvSpPr txBox="1"/>
              <p:nvPr/>
            </p:nvSpPr>
            <p:spPr>
              <a:xfrm>
                <a:off x="5345844" y="4889480"/>
                <a:ext cx="4141120" cy="8309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48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_  _  _  _  _</a:t>
                </a:r>
              </a:p>
            </p:txBody>
          </p:sp>
          <p:sp>
            <p:nvSpPr>
              <p:cNvPr id="175" name="CuadroTexto 174">
                <a:extLst>
                  <a:ext uri="{FF2B5EF4-FFF2-40B4-BE49-F238E27FC236}">
                    <a16:creationId xmlns:a16="http://schemas.microsoft.com/office/drawing/2014/main" id="{A74BC2E6-AA5C-3E6A-CED6-3573D8434B1E}"/>
                  </a:ext>
                </a:extLst>
              </p:cNvPr>
              <p:cNvSpPr txBox="1"/>
              <p:nvPr/>
            </p:nvSpPr>
            <p:spPr>
              <a:xfrm>
                <a:off x="5311464" y="5410764"/>
                <a:ext cx="4141120" cy="8309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48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_  _  _  _  _</a:t>
                </a:r>
              </a:p>
            </p:txBody>
          </p:sp>
          <p:sp>
            <p:nvSpPr>
              <p:cNvPr id="183" name="CuadroTexto 182">
                <a:extLst>
                  <a:ext uri="{FF2B5EF4-FFF2-40B4-BE49-F238E27FC236}">
                    <a16:creationId xmlns:a16="http://schemas.microsoft.com/office/drawing/2014/main" id="{686477A5-444F-38C4-E492-34FF0A304973}"/>
                  </a:ext>
                </a:extLst>
              </p:cNvPr>
              <p:cNvSpPr txBox="1"/>
              <p:nvPr/>
            </p:nvSpPr>
            <p:spPr>
              <a:xfrm>
                <a:off x="5918046" y="4125674"/>
                <a:ext cx="4081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G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185" name="CuadroTexto 184">
                <a:extLst>
                  <a:ext uri="{FF2B5EF4-FFF2-40B4-BE49-F238E27FC236}">
                    <a16:creationId xmlns:a16="http://schemas.microsoft.com/office/drawing/2014/main" id="{086451F8-3D49-0373-8064-439133EF47BC}"/>
                  </a:ext>
                </a:extLst>
              </p:cNvPr>
              <p:cNvSpPr txBox="1"/>
              <p:nvPr/>
            </p:nvSpPr>
            <p:spPr>
              <a:xfrm>
                <a:off x="5333555" y="4627434"/>
                <a:ext cx="5543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Q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187" name="CuadroTexto 186">
                <a:extLst>
                  <a:ext uri="{FF2B5EF4-FFF2-40B4-BE49-F238E27FC236}">
                    <a16:creationId xmlns:a16="http://schemas.microsoft.com/office/drawing/2014/main" id="{41D1B563-C11C-143D-88C0-237637DA6A85}"/>
                  </a:ext>
                </a:extLst>
              </p:cNvPr>
              <p:cNvSpPr txBox="1"/>
              <p:nvPr/>
            </p:nvSpPr>
            <p:spPr>
              <a:xfrm>
                <a:off x="5325069" y="5120118"/>
                <a:ext cx="5543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Q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189" name="CuadroTexto 188">
                <a:extLst>
                  <a:ext uri="{FF2B5EF4-FFF2-40B4-BE49-F238E27FC236}">
                    <a16:creationId xmlns:a16="http://schemas.microsoft.com/office/drawing/2014/main" id="{1C73DADA-1C0B-D74E-8516-231F6AD63ACE}"/>
                  </a:ext>
                </a:extLst>
              </p:cNvPr>
              <p:cNvSpPr txBox="1"/>
              <p:nvPr/>
            </p:nvSpPr>
            <p:spPr>
              <a:xfrm>
                <a:off x="5325069" y="5586966"/>
                <a:ext cx="5543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Q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191" name="CuadroTexto 190">
                <a:extLst>
                  <a:ext uri="{FF2B5EF4-FFF2-40B4-BE49-F238E27FC236}">
                    <a16:creationId xmlns:a16="http://schemas.microsoft.com/office/drawing/2014/main" id="{CB9BD67E-01CA-580F-7A0A-0EA972386BAD}"/>
                  </a:ext>
                </a:extLst>
              </p:cNvPr>
              <p:cNvSpPr txBox="1"/>
              <p:nvPr/>
            </p:nvSpPr>
            <p:spPr>
              <a:xfrm>
                <a:off x="5918046" y="4627434"/>
                <a:ext cx="4081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G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10D2CC63-9F2A-8D5D-5C07-6969CEF70DD8}"/>
                  </a:ext>
                </a:extLst>
              </p:cNvPr>
              <p:cNvSpPr txBox="1"/>
              <p:nvPr/>
            </p:nvSpPr>
            <p:spPr>
              <a:xfrm>
                <a:off x="5949487" y="5143202"/>
                <a:ext cx="4081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G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195" name="CuadroTexto 194">
                <a:extLst>
                  <a:ext uri="{FF2B5EF4-FFF2-40B4-BE49-F238E27FC236}">
                    <a16:creationId xmlns:a16="http://schemas.microsoft.com/office/drawing/2014/main" id="{5610143B-4FA7-BF9A-CA56-8390653D6D79}"/>
                  </a:ext>
                </a:extLst>
              </p:cNvPr>
              <p:cNvSpPr txBox="1"/>
              <p:nvPr/>
            </p:nvSpPr>
            <p:spPr>
              <a:xfrm>
                <a:off x="5949487" y="5621863"/>
                <a:ext cx="4081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G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197" name="CuadroTexto 196">
                <a:extLst>
                  <a:ext uri="{FF2B5EF4-FFF2-40B4-BE49-F238E27FC236}">
                    <a16:creationId xmlns:a16="http://schemas.microsoft.com/office/drawing/2014/main" id="{FFF0F54A-B0A9-3A5B-1676-B03063CF3C43}"/>
                  </a:ext>
                </a:extLst>
              </p:cNvPr>
              <p:cNvSpPr txBox="1"/>
              <p:nvPr/>
            </p:nvSpPr>
            <p:spPr>
              <a:xfrm>
                <a:off x="6524628" y="4641620"/>
                <a:ext cx="4081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R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199" name="CuadroTexto 198">
                <a:extLst>
                  <a:ext uri="{FF2B5EF4-FFF2-40B4-BE49-F238E27FC236}">
                    <a16:creationId xmlns:a16="http://schemas.microsoft.com/office/drawing/2014/main" id="{3018FBA0-C9C3-F4D9-2F6F-228FC93CE167}"/>
                  </a:ext>
                </a:extLst>
              </p:cNvPr>
              <p:cNvSpPr txBox="1"/>
              <p:nvPr/>
            </p:nvSpPr>
            <p:spPr>
              <a:xfrm>
                <a:off x="6537084" y="5155235"/>
                <a:ext cx="4081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R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201" name="CuadroTexto 200">
                <a:extLst>
                  <a:ext uri="{FF2B5EF4-FFF2-40B4-BE49-F238E27FC236}">
                    <a16:creationId xmlns:a16="http://schemas.microsoft.com/office/drawing/2014/main" id="{806F7DA7-9A1A-B2EA-A2DB-C8BEB05C64C9}"/>
                  </a:ext>
                </a:extLst>
              </p:cNvPr>
              <p:cNvSpPr txBox="1"/>
              <p:nvPr/>
            </p:nvSpPr>
            <p:spPr>
              <a:xfrm>
                <a:off x="6539086" y="5636514"/>
                <a:ext cx="4081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R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203" name="CuadroTexto 202">
                <a:extLst>
                  <a:ext uri="{FF2B5EF4-FFF2-40B4-BE49-F238E27FC236}">
                    <a16:creationId xmlns:a16="http://schemas.microsoft.com/office/drawing/2014/main" id="{000D5DE5-C29F-EB39-3D6E-105489A7C12B}"/>
                  </a:ext>
                </a:extLst>
              </p:cNvPr>
              <p:cNvSpPr txBox="1"/>
              <p:nvPr/>
            </p:nvSpPr>
            <p:spPr>
              <a:xfrm>
                <a:off x="7124681" y="5176380"/>
                <a:ext cx="4081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A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205" name="CuadroTexto 204">
                <a:extLst>
                  <a:ext uri="{FF2B5EF4-FFF2-40B4-BE49-F238E27FC236}">
                    <a16:creationId xmlns:a16="http://schemas.microsoft.com/office/drawing/2014/main" id="{DF400B8A-D1C5-A017-238A-C293CD0FA87A}"/>
                  </a:ext>
                </a:extLst>
              </p:cNvPr>
              <p:cNvSpPr txBox="1"/>
              <p:nvPr/>
            </p:nvSpPr>
            <p:spPr>
              <a:xfrm>
                <a:off x="7124681" y="5648090"/>
                <a:ext cx="4081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A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207" name="CuadroTexto 206">
                <a:extLst>
                  <a:ext uri="{FF2B5EF4-FFF2-40B4-BE49-F238E27FC236}">
                    <a16:creationId xmlns:a16="http://schemas.microsoft.com/office/drawing/2014/main" id="{D60443FF-4F46-0D97-6FD5-AE6C14AC3D0A}"/>
                  </a:ext>
                </a:extLst>
              </p:cNvPr>
              <p:cNvSpPr txBox="1"/>
              <p:nvPr/>
            </p:nvSpPr>
            <p:spPr>
              <a:xfrm>
                <a:off x="7729121" y="5636514"/>
                <a:ext cx="4081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L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209" name="CuadroTexto 208">
                <a:extLst>
                  <a:ext uri="{FF2B5EF4-FFF2-40B4-BE49-F238E27FC236}">
                    <a16:creationId xmlns:a16="http://schemas.microsoft.com/office/drawing/2014/main" id="{8C81939A-34FF-0B61-A7FD-4B14A3ED0662}"/>
                  </a:ext>
                </a:extLst>
              </p:cNvPr>
              <p:cNvSpPr txBox="1"/>
              <p:nvPr/>
            </p:nvSpPr>
            <p:spPr>
              <a:xfrm>
                <a:off x="4281487" y="3687720"/>
                <a:ext cx="869770" cy="3231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15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Step 1:</a:t>
                </a:r>
              </a:p>
            </p:txBody>
          </p:sp>
          <p:sp>
            <p:nvSpPr>
              <p:cNvPr id="211" name="CuadroTexto 210">
                <a:extLst>
                  <a:ext uri="{FF2B5EF4-FFF2-40B4-BE49-F238E27FC236}">
                    <a16:creationId xmlns:a16="http://schemas.microsoft.com/office/drawing/2014/main" id="{F65D0622-2459-51B6-D51C-2539F13DC4BA}"/>
                  </a:ext>
                </a:extLst>
              </p:cNvPr>
              <p:cNvSpPr txBox="1"/>
              <p:nvPr/>
            </p:nvSpPr>
            <p:spPr>
              <a:xfrm>
                <a:off x="4281487" y="4202528"/>
                <a:ext cx="965285" cy="3231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15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Step 2:</a:t>
                </a:r>
              </a:p>
            </p:txBody>
          </p:sp>
          <p:sp>
            <p:nvSpPr>
              <p:cNvPr id="213" name="CuadroTexto 212">
                <a:extLst>
                  <a:ext uri="{FF2B5EF4-FFF2-40B4-BE49-F238E27FC236}">
                    <a16:creationId xmlns:a16="http://schemas.microsoft.com/office/drawing/2014/main" id="{BB29FBC0-3F1C-99FD-8494-DBF6733DC860}"/>
                  </a:ext>
                </a:extLst>
              </p:cNvPr>
              <p:cNvSpPr txBox="1"/>
              <p:nvPr/>
            </p:nvSpPr>
            <p:spPr>
              <a:xfrm>
                <a:off x="4281487" y="4672346"/>
                <a:ext cx="869770" cy="3231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15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Step 3:</a:t>
                </a:r>
              </a:p>
            </p:txBody>
          </p:sp>
          <p:sp>
            <p:nvSpPr>
              <p:cNvPr id="215" name="CuadroTexto 214">
                <a:extLst>
                  <a:ext uri="{FF2B5EF4-FFF2-40B4-BE49-F238E27FC236}">
                    <a16:creationId xmlns:a16="http://schemas.microsoft.com/office/drawing/2014/main" id="{B014CA4B-D65F-3774-5AFA-92932075EE8D}"/>
                  </a:ext>
                </a:extLst>
              </p:cNvPr>
              <p:cNvSpPr txBox="1"/>
              <p:nvPr/>
            </p:nvSpPr>
            <p:spPr>
              <a:xfrm>
                <a:off x="4281487" y="5220145"/>
                <a:ext cx="869770" cy="3231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15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Step 4:</a:t>
                </a:r>
              </a:p>
            </p:txBody>
          </p:sp>
          <p:sp>
            <p:nvSpPr>
              <p:cNvPr id="217" name="CuadroTexto 216">
                <a:extLst>
                  <a:ext uri="{FF2B5EF4-FFF2-40B4-BE49-F238E27FC236}">
                    <a16:creationId xmlns:a16="http://schemas.microsoft.com/office/drawing/2014/main" id="{EC156A02-6F44-58C1-52F5-93E1D43B5A31}"/>
                  </a:ext>
                </a:extLst>
              </p:cNvPr>
              <p:cNvSpPr txBox="1"/>
              <p:nvPr/>
            </p:nvSpPr>
            <p:spPr>
              <a:xfrm>
                <a:off x="4281487" y="5762466"/>
                <a:ext cx="869770" cy="3231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15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Step 5:</a:t>
                </a:r>
              </a:p>
            </p:txBody>
          </p:sp>
          <p:sp>
            <p:nvSpPr>
              <p:cNvPr id="223" name="Cerrar llave 222">
                <a:extLst>
                  <a:ext uri="{FF2B5EF4-FFF2-40B4-BE49-F238E27FC236}">
                    <a16:creationId xmlns:a16="http://schemas.microsoft.com/office/drawing/2014/main" id="{4BCFC8DA-1ABF-C009-2C44-082BF76D36FC}"/>
                  </a:ext>
                </a:extLst>
              </p:cNvPr>
              <p:cNvSpPr/>
              <p:nvPr/>
            </p:nvSpPr>
            <p:spPr>
              <a:xfrm>
                <a:off x="8229600" y="3322336"/>
                <a:ext cx="554347" cy="3206480"/>
              </a:xfrm>
              <a:prstGeom prst="rightBrace">
                <a:avLst/>
              </a:prstGeom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MX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  <p:sp>
            <p:nvSpPr>
              <p:cNvPr id="225" name="CuadroTexto 224">
                <a:extLst>
                  <a:ext uri="{FF2B5EF4-FFF2-40B4-BE49-F238E27FC236}">
                    <a16:creationId xmlns:a16="http://schemas.microsoft.com/office/drawing/2014/main" id="{015C2930-73FC-C997-D5BD-02B00299491F}"/>
                  </a:ext>
                </a:extLst>
              </p:cNvPr>
              <p:cNvSpPr txBox="1"/>
              <p:nvPr/>
            </p:nvSpPr>
            <p:spPr>
              <a:xfrm>
                <a:off x="8901131" y="4745285"/>
                <a:ext cx="1287573" cy="3231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15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40 times</a:t>
                </a:r>
              </a:p>
            </p:txBody>
          </p:sp>
        </p:grpSp>
        <p:grpSp>
          <p:nvGrpSpPr>
            <p:cNvPr id="253" name="Grupo 252">
              <a:extLst>
                <a:ext uri="{FF2B5EF4-FFF2-40B4-BE49-F238E27FC236}">
                  <a16:creationId xmlns:a16="http://schemas.microsoft.com/office/drawing/2014/main" id="{8C3B9D1F-6E3F-9B57-E14B-2ADCF91E458E}"/>
                </a:ext>
              </a:extLst>
            </p:cNvPr>
            <p:cNvGrpSpPr/>
            <p:nvPr/>
          </p:nvGrpSpPr>
          <p:grpSpPr>
            <a:xfrm>
              <a:off x="4122594" y="3966868"/>
              <a:ext cx="4141120" cy="1156016"/>
              <a:chOff x="5311464" y="4102501"/>
              <a:chExt cx="4141120" cy="1156016"/>
            </a:xfrm>
          </p:grpSpPr>
          <p:sp>
            <p:nvSpPr>
              <p:cNvPr id="171" name="CuadroTexto 170">
                <a:extLst>
                  <a:ext uri="{FF2B5EF4-FFF2-40B4-BE49-F238E27FC236}">
                    <a16:creationId xmlns:a16="http://schemas.microsoft.com/office/drawing/2014/main" id="{E82C3E35-8366-BD5A-2A4F-8373D6D95584}"/>
                  </a:ext>
                </a:extLst>
              </p:cNvPr>
              <p:cNvSpPr txBox="1"/>
              <p:nvPr/>
            </p:nvSpPr>
            <p:spPr>
              <a:xfrm>
                <a:off x="5311464" y="4427520"/>
                <a:ext cx="4141120" cy="8309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4800" dirty="0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_  _  _  _  _</a:t>
                </a:r>
              </a:p>
            </p:txBody>
          </p:sp>
          <p:sp>
            <p:nvSpPr>
              <p:cNvPr id="181" name="CuadroTexto 180">
                <a:extLst>
                  <a:ext uri="{FF2B5EF4-FFF2-40B4-BE49-F238E27FC236}">
                    <a16:creationId xmlns:a16="http://schemas.microsoft.com/office/drawing/2014/main" id="{A17DBCBB-D05D-4002-D124-82317A189FC2}"/>
                  </a:ext>
                </a:extLst>
              </p:cNvPr>
              <p:cNvSpPr txBox="1"/>
              <p:nvPr/>
            </p:nvSpPr>
            <p:spPr>
              <a:xfrm>
                <a:off x="5311464" y="4102501"/>
                <a:ext cx="5543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800" b="1" dirty="0">
                    <a:solidFill>
                      <a:schemeClr val="accent6">
                        <a:lumMod val="50000"/>
                      </a:schemeClr>
                    </a:solidFill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Q</a:t>
                </a:r>
                <a:endParaRPr lang="es-MX" sz="16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</p:grpSp>
      </p:grp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51B5C7CF-8D28-B614-D7F1-90849DB44381}"/>
              </a:ext>
            </a:extLst>
          </p:cNvPr>
          <p:cNvSpPr txBox="1"/>
          <p:nvPr/>
        </p:nvSpPr>
        <p:spPr>
          <a:xfrm>
            <a:off x="9174166" y="3636946"/>
            <a:ext cx="2173758" cy="2677656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solidFill>
                  <a:schemeClr val="accent6">
                    <a:lumMod val="50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QGRAL</a:t>
            </a:r>
          </a:p>
          <a:p>
            <a:pPr algn="ctr"/>
            <a:r>
              <a:rPr lang="es-MX" sz="2400" b="1" dirty="0">
                <a:solidFill>
                  <a:schemeClr val="accent6">
                    <a:lumMod val="50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ENFPS</a:t>
            </a:r>
          </a:p>
          <a:p>
            <a:pPr algn="ctr"/>
            <a:r>
              <a:rPr lang="es-MX" sz="2400" b="1" dirty="0">
                <a:solidFill>
                  <a:schemeClr val="accent6">
                    <a:lumMod val="50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YEINW</a:t>
            </a:r>
          </a:p>
          <a:p>
            <a:pPr algn="ctr"/>
            <a:r>
              <a:rPr lang="es-MX" sz="2400" b="1" dirty="0">
                <a:solidFill>
                  <a:schemeClr val="accent6">
                    <a:lumMod val="50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.</a:t>
            </a:r>
          </a:p>
          <a:p>
            <a:pPr algn="ctr"/>
            <a:r>
              <a:rPr lang="es-MX" sz="2400" b="1" dirty="0">
                <a:solidFill>
                  <a:schemeClr val="accent6">
                    <a:lumMod val="50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.</a:t>
            </a:r>
          </a:p>
          <a:p>
            <a:pPr algn="ctr"/>
            <a:r>
              <a:rPr lang="es-MX" sz="2400" b="1" dirty="0">
                <a:solidFill>
                  <a:schemeClr val="accent6">
                    <a:lumMod val="50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.</a:t>
            </a:r>
          </a:p>
          <a:p>
            <a:pPr algn="ctr"/>
            <a:r>
              <a:rPr lang="es-MX" sz="2400" b="1" dirty="0">
                <a:solidFill>
                  <a:schemeClr val="accent6">
                    <a:lumMod val="50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WACQE</a:t>
            </a:r>
          </a:p>
        </p:txBody>
      </p:sp>
      <p:grpSp>
        <p:nvGrpSpPr>
          <p:cNvPr id="265" name="Grupo 264">
            <a:extLst>
              <a:ext uri="{FF2B5EF4-FFF2-40B4-BE49-F238E27FC236}">
                <a16:creationId xmlns:a16="http://schemas.microsoft.com/office/drawing/2014/main" id="{79FD3D2E-D13D-ACA2-9F78-391374FC97C5}"/>
              </a:ext>
            </a:extLst>
          </p:cNvPr>
          <p:cNvGrpSpPr/>
          <p:nvPr/>
        </p:nvGrpSpPr>
        <p:grpSpPr>
          <a:xfrm>
            <a:off x="9108037" y="3733748"/>
            <a:ext cx="503229" cy="2544657"/>
            <a:chOff x="9222322" y="3645534"/>
            <a:chExt cx="503229" cy="2544657"/>
          </a:xfrm>
        </p:grpSpPr>
        <p:sp>
          <p:nvSpPr>
            <p:cNvPr id="258" name="CuadroTexto 257">
              <a:extLst>
                <a:ext uri="{FF2B5EF4-FFF2-40B4-BE49-F238E27FC236}">
                  <a16:creationId xmlns:a16="http://schemas.microsoft.com/office/drawing/2014/main" id="{9379AD22-91EF-7178-3BF1-A3C10695D1CA}"/>
                </a:ext>
              </a:extLst>
            </p:cNvPr>
            <p:cNvSpPr txBox="1"/>
            <p:nvPr/>
          </p:nvSpPr>
          <p:spPr>
            <a:xfrm>
              <a:off x="9278206" y="3645534"/>
              <a:ext cx="388944" cy="3385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MX" sz="1600" b="1" dirty="0">
                  <a:solidFill>
                    <a:schemeClr val="bg1">
                      <a:lumMod val="6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1</a:t>
              </a:r>
            </a:p>
          </p:txBody>
        </p:sp>
        <p:sp>
          <p:nvSpPr>
            <p:cNvPr id="260" name="CuadroTexto 259">
              <a:extLst>
                <a:ext uri="{FF2B5EF4-FFF2-40B4-BE49-F238E27FC236}">
                  <a16:creationId xmlns:a16="http://schemas.microsoft.com/office/drawing/2014/main" id="{F3DFE9EC-E882-B90C-F066-BD75B77B3D81}"/>
                </a:ext>
              </a:extLst>
            </p:cNvPr>
            <p:cNvSpPr txBox="1"/>
            <p:nvPr/>
          </p:nvSpPr>
          <p:spPr>
            <a:xfrm>
              <a:off x="9278206" y="4027502"/>
              <a:ext cx="388944" cy="3385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MX" sz="1600" b="1" dirty="0">
                  <a:solidFill>
                    <a:schemeClr val="bg1">
                      <a:lumMod val="6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2</a:t>
              </a:r>
            </a:p>
          </p:txBody>
        </p:sp>
        <p:sp>
          <p:nvSpPr>
            <p:cNvPr id="262" name="CuadroTexto 261">
              <a:extLst>
                <a:ext uri="{FF2B5EF4-FFF2-40B4-BE49-F238E27FC236}">
                  <a16:creationId xmlns:a16="http://schemas.microsoft.com/office/drawing/2014/main" id="{62B77035-709F-01A3-5455-A3B9479CB0C5}"/>
                </a:ext>
              </a:extLst>
            </p:cNvPr>
            <p:cNvSpPr txBox="1"/>
            <p:nvPr/>
          </p:nvSpPr>
          <p:spPr>
            <a:xfrm>
              <a:off x="9278206" y="4378952"/>
              <a:ext cx="388944" cy="3385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MX" sz="1600" b="1" dirty="0">
                  <a:solidFill>
                    <a:schemeClr val="bg1">
                      <a:lumMod val="6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3</a:t>
              </a:r>
            </a:p>
          </p:txBody>
        </p:sp>
        <p:sp>
          <p:nvSpPr>
            <p:cNvPr id="264" name="CuadroTexto 263">
              <a:extLst>
                <a:ext uri="{FF2B5EF4-FFF2-40B4-BE49-F238E27FC236}">
                  <a16:creationId xmlns:a16="http://schemas.microsoft.com/office/drawing/2014/main" id="{E8C127AC-55F8-8FF0-8542-E4166519F7F0}"/>
                </a:ext>
              </a:extLst>
            </p:cNvPr>
            <p:cNvSpPr txBox="1"/>
            <p:nvPr/>
          </p:nvSpPr>
          <p:spPr>
            <a:xfrm>
              <a:off x="9222322" y="5851637"/>
              <a:ext cx="503229" cy="33855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MX" sz="1600" b="1" dirty="0">
                  <a:solidFill>
                    <a:schemeClr val="bg1">
                      <a:lumMod val="6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40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4126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822FE-8207-2864-57C0-DE1237E54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66884650-748D-FDD0-4638-3F6F74135D5F}"/>
              </a:ext>
            </a:extLst>
          </p:cNvPr>
          <p:cNvSpPr txBox="1"/>
          <p:nvPr/>
        </p:nvSpPr>
        <p:spPr>
          <a:xfrm>
            <a:off x="930568" y="636110"/>
            <a:ext cx="4783442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 err="1">
                <a:latin typeface="Cause ExtraBold" pitchFamily="2" charset="0"/>
                <a:ea typeface="HGSSoeiKakugothicUB" panose="020B0400000000000000" pitchFamily="34" charset="-128"/>
                <a:cs typeface="Google Sans" pitchFamily="2" charset="0"/>
              </a:rPr>
              <a:t>Uniform</a:t>
            </a:r>
            <a:r>
              <a:rPr lang="es-MX" sz="3600" b="1" dirty="0">
                <a:latin typeface="Cause ExtraBold" pitchFamily="2" charset="0"/>
                <a:ea typeface="HGSSoeiKakugothicUB" panose="020B0400000000000000" pitchFamily="34" charset="-128"/>
                <a:cs typeface="Google Sans" pitchFamily="2" charset="0"/>
              </a:rPr>
              <a:t> Crossover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1CEAA1-791B-54C5-880D-232092B64276}"/>
              </a:ext>
            </a:extLst>
          </p:cNvPr>
          <p:cNvSpPr txBox="1"/>
          <p:nvPr/>
        </p:nvSpPr>
        <p:spPr>
          <a:xfrm>
            <a:off x="2369408" y="1968223"/>
            <a:ext cx="1861312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500" b="1" dirty="0">
                <a:solidFill>
                  <a:srgbClr val="B2D838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MTASGKLRVPHA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7D781A7-D3FB-4632-8874-F083203773B0}"/>
              </a:ext>
            </a:extLst>
          </p:cNvPr>
          <p:cNvSpPr txBox="1"/>
          <p:nvPr/>
        </p:nvSpPr>
        <p:spPr>
          <a:xfrm>
            <a:off x="2391633" y="2969142"/>
            <a:ext cx="1861312" cy="3231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500" b="1" dirty="0">
                <a:solidFill>
                  <a:schemeClr val="accent6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TIHWSGATGAGA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046658-03DE-4243-3DFB-1F48C6EB96B1}"/>
              </a:ext>
            </a:extLst>
          </p:cNvPr>
          <p:cNvSpPr txBox="1"/>
          <p:nvPr/>
        </p:nvSpPr>
        <p:spPr>
          <a:xfrm>
            <a:off x="1171544" y="1984172"/>
            <a:ext cx="1078992" cy="3231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15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Parent 1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896FB187-C8CF-0DEB-6B08-0E5432B93A83}"/>
              </a:ext>
            </a:extLst>
          </p:cNvPr>
          <p:cNvGrpSpPr/>
          <p:nvPr/>
        </p:nvGrpSpPr>
        <p:grpSpPr>
          <a:xfrm>
            <a:off x="1171544" y="3971847"/>
            <a:ext cx="3060731" cy="323165"/>
            <a:chOff x="1128649" y="4902563"/>
            <a:chExt cx="3060731" cy="323165"/>
          </a:xfrm>
        </p:grpSpPr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FC2D6A7-0760-A964-010E-3DFB0498D40C}"/>
                </a:ext>
              </a:extLst>
            </p:cNvPr>
            <p:cNvSpPr txBox="1"/>
            <p:nvPr/>
          </p:nvSpPr>
          <p:spPr>
            <a:xfrm>
              <a:off x="1128649" y="4902563"/>
              <a:ext cx="1151032" cy="32316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MX" sz="1500" b="1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Child</a:t>
              </a: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E0BCDEE5-1D94-8A33-06C6-CC51D5A011C6}"/>
                </a:ext>
              </a:extLst>
            </p:cNvPr>
            <p:cNvSpPr txBox="1"/>
            <p:nvPr/>
          </p:nvSpPr>
          <p:spPr>
            <a:xfrm>
              <a:off x="2348738" y="4902563"/>
              <a:ext cx="1840642" cy="32316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s-MX" sz="150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TIHWS</a:t>
              </a:r>
              <a:r>
                <a:rPr lang="es-MX" sz="150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KLRV</a:t>
              </a:r>
              <a:r>
                <a:rPr lang="es-MX" sz="150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A</a:t>
              </a:r>
              <a:r>
                <a:rPr lang="es-MX" sz="150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WA</a:t>
              </a:r>
            </a:p>
          </p:txBody>
        </p:sp>
      </p:grp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47D6590-3516-39A6-77F9-BA1835109062}"/>
              </a:ext>
            </a:extLst>
          </p:cNvPr>
          <p:cNvSpPr txBox="1"/>
          <p:nvPr/>
        </p:nvSpPr>
        <p:spPr>
          <a:xfrm>
            <a:off x="1131587" y="3032571"/>
            <a:ext cx="1078992" cy="3231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15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Parent 2</a:t>
            </a:r>
          </a:p>
        </p:txBody>
      </p:sp>
      <p:grpSp>
        <p:nvGrpSpPr>
          <p:cNvPr id="92" name="Grupo 91">
            <a:extLst>
              <a:ext uri="{FF2B5EF4-FFF2-40B4-BE49-F238E27FC236}">
                <a16:creationId xmlns:a16="http://schemas.microsoft.com/office/drawing/2014/main" id="{B04240D2-B485-1357-4EE7-7C950FEE3FA6}"/>
              </a:ext>
            </a:extLst>
          </p:cNvPr>
          <p:cNvGrpSpPr/>
          <p:nvPr/>
        </p:nvGrpSpPr>
        <p:grpSpPr>
          <a:xfrm>
            <a:off x="6779023" y="2291388"/>
            <a:ext cx="3215155" cy="1817219"/>
            <a:chOff x="6779023" y="2291388"/>
            <a:chExt cx="3215155" cy="2551006"/>
          </a:xfrm>
        </p:grpSpPr>
        <p:sp>
          <p:nvSpPr>
            <p:cNvPr id="81" name="Flecha: hacia abajo 80">
              <a:extLst>
                <a:ext uri="{FF2B5EF4-FFF2-40B4-BE49-F238E27FC236}">
                  <a16:creationId xmlns:a16="http://schemas.microsoft.com/office/drawing/2014/main" id="{5369032F-E652-384C-C0AC-B490B9C4644A}"/>
                </a:ext>
              </a:extLst>
            </p:cNvPr>
            <p:cNvSpPr/>
            <p:nvPr/>
          </p:nvSpPr>
          <p:spPr>
            <a:xfrm>
              <a:off x="7339016" y="2291388"/>
              <a:ext cx="345284" cy="2488870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3" name="Flecha: hacia abajo 82">
              <a:extLst>
                <a:ext uri="{FF2B5EF4-FFF2-40B4-BE49-F238E27FC236}">
                  <a16:creationId xmlns:a16="http://schemas.microsoft.com/office/drawing/2014/main" id="{8B6B1B22-68BF-B233-E8EE-B293433BF287}"/>
                </a:ext>
              </a:extLst>
            </p:cNvPr>
            <p:cNvSpPr/>
            <p:nvPr/>
          </p:nvSpPr>
          <p:spPr>
            <a:xfrm>
              <a:off x="6779023" y="2294761"/>
              <a:ext cx="345284" cy="2488870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5" name="Flecha: hacia abajo 84">
              <a:extLst>
                <a:ext uri="{FF2B5EF4-FFF2-40B4-BE49-F238E27FC236}">
                  <a16:creationId xmlns:a16="http://schemas.microsoft.com/office/drawing/2014/main" id="{137D8A4E-0BD9-D560-F534-CD738CA98AA7}"/>
                </a:ext>
              </a:extLst>
            </p:cNvPr>
            <p:cNvSpPr/>
            <p:nvPr/>
          </p:nvSpPr>
          <p:spPr>
            <a:xfrm>
              <a:off x="8440768" y="2343043"/>
              <a:ext cx="345284" cy="2488870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89" name="Flecha: hacia abajo 88">
              <a:extLst>
                <a:ext uri="{FF2B5EF4-FFF2-40B4-BE49-F238E27FC236}">
                  <a16:creationId xmlns:a16="http://schemas.microsoft.com/office/drawing/2014/main" id="{B0502CEF-2FD7-DB9E-56E8-8310E9EE5A74}"/>
                </a:ext>
              </a:extLst>
            </p:cNvPr>
            <p:cNvSpPr/>
            <p:nvPr/>
          </p:nvSpPr>
          <p:spPr>
            <a:xfrm>
              <a:off x="9032897" y="2339735"/>
              <a:ext cx="345284" cy="2488870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1" name="Flecha: hacia abajo 90">
              <a:extLst>
                <a:ext uri="{FF2B5EF4-FFF2-40B4-BE49-F238E27FC236}">
                  <a16:creationId xmlns:a16="http://schemas.microsoft.com/office/drawing/2014/main" id="{30A88E20-0975-69E8-1F71-55C7817CA73D}"/>
                </a:ext>
              </a:extLst>
            </p:cNvPr>
            <p:cNvSpPr/>
            <p:nvPr/>
          </p:nvSpPr>
          <p:spPr>
            <a:xfrm>
              <a:off x="9648894" y="2353524"/>
              <a:ext cx="345284" cy="2488870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  <a:alpha val="2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2A15E48-F0D7-5D74-E620-323D365C16DC}"/>
              </a:ext>
            </a:extLst>
          </p:cNvPr>
          <p:cNvSpPr txBox="1"/>
          <p:nvPr/>
        </p:nvSpPr>
        <p:spPr>
          <a:xfrm>
            <a:off x="6767562" y="711603"/>
            <a:ext cx="4424693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latin typeface="Cause ExtraBold" pitchFamily="2" charset="0"/>
                <a:ea typeface="Google Sans" pitchFamily="2" charset="0"/>
                <a:cs typeface="Google Sans" pitchFamily="2" charset="0"/>
              </a:rPr>
              <a:t>Random </a:t>
            </a:r>
            <a:r>
              <a:rPr lang="es-MX" sz="3600" b="1" dirty="0" err="1">
                <a:latin typeface="Cause ExtraBold" pitchFamily="2" charset="0"/>
                <a:ea typeface="Google Sans" pitchFamily="2" charset="0"/>
                <a:cs typeface="Google Sans" pitchFamily="2" charset="0"/>
              </a:rPr>
              <a:t>Resetting</a:t>
            </a:r>
            <a:endParaRPr lang="es-MX" sz="3600" b="1" dirty="0">
              <a:latin typeface="Cause ExtraBold" pitchFamily="2" charset="0"/>
              <a:ea typeface="Google Sans" pitchFamily="2" charset="0"/>
              <a:cs typeface="Google Sans" pitchFamily="2" charset="0"/>
            </a:endParaRP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B3445AC9-BA1D-1496-9AA7-7F8A64607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462" y="1629331"/>
            <a:ext cx="830997" cy="830997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8EB3E9C2-EE26-CADC-B088-C483576B2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658" y="2747679"/>
            <a:ext cx="783154" cy="764328"/>
          </a:xfrm>
          <a:prstGeom prst="rect">
            <a:avLst/>
          </a:prstGeom>
        </p:spPr>
      </p:pic>
      <p:grpSp>
        <p:nvGrpSpPr>
          <p:cNvPr id="72" name="Grupo 71">
            <a:extLst>
              <a:ext uri="{FF2B5EF4-FFF2-40B4-BE49-F238E27FC236}">
                <a16:creationId xmlns:a16="http://schemas.microsoft.com/office/drawing/2014/main" id="{C8E3C80E-51B4-6C21-7F6B-3EF362189F3D}"/>
              </a:ext>
            </a:extLst>
          </p:cNvPr>
          <p:cNvGrpSpPr/>
          <p:nvPr/>
        </p:nvGrpSpPr>
        <p:grpSpPr>
          <a:xfrm>
            <a:off x="6691472" y="1592859"/>
            <a:ext cx="4262521" cy="1339415"/>
            <a:chOff x="6234792" y="1637629"/>
            <a:chExt cx="4262521" cy="1339415"/>
          </a:xfrm>
        </p:grpSpPr>
        <p:pic>
          <p:nvPicPr>
            <p:cNvPr id="64" name="Imagen 63">
              <a:extLst>
                <a:ext uri="{FF2B5EF4-FFF2-40B4-BE49-F238E27FC236}">
                  <a16:creationId xmlns:a16="http://schemas.microsoft.com/office/drawing/2014/main" id="{9ED7317C-9A84-90D1-382A-C2AA0ECC2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4038" y="2426744"/>
              <a:ext cx="518768" cy="506297"/>
            </a:xfrm>
            <a:prstGeom prst="rect">
              <a:avLst/>
            </a:prstGeom>
          </p:spPr>
        </p:pic>
        <p:pic>
          <p:nvPicPr>
            <p:cNvPr id="58" name="Imagen 57">
              <a:extLst>
                <a:ext uri="{FF2B5EF4-FFF2-40B4-BE49-F238E27FC236}">
                  <a16:creationId xmlns:a16="http://schemas.microsoft.com/office/drawing/2014/main" id="{DCCF33D0-56F0-B765-4243-5C7192508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76353" y="2374102"/>
              <a:ext cx="564696" cy="564696"/>
            </a:xfrm>
            <a:prstGeom prst="rect">
              <a:avLst/>
            </a:prstGeom>
          </p:spPr>
        </p:pic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C02EEB3D-8917-FCCF-DA4E-D134BBDDE8AA}"/>
                </a:ext>
              </a:extLst>
            </p:cNvPr>
            <p:cNvSpPr txBox="1"/>
            <p:nvPr/>
          </p:nvSpPr>
          <p:spPr>
            <a:xfrm>
              <a:off x="6243937" y="1637629"/>
              <a:ext cx="4253376" cy="83099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MX" sz="480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T  I  S G H A W</a:t>
              </a:r>
            </a:p>
          </p:txBody>
        </p:sp>
        <p:pic>
          <p:nvPicPr>
            <p:cNvPr id="66" name="Imagen 65">
              <a:extLst>
                <a:ext uri="{FF2B5EF4-FFF2-40B4-BE49-F238E27FC236}">
                  <a16:creationId xmlns:a16="http://schemas.microsoft.com/office/drawing/2014/main" id="{26A31A8B-5EE3-F112-BD4E-E3C3F5054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4792" y="2412348"/>
              <a:ext cx="564696" cy="564696"/>
            </a:xfrm>
            <a:prstGeom prst="rect">
              <a:avLst/>
            </a:prstGeom>
          </p:spPr>
        </p:pic>
        <p:pic>
          <p:nvPicPr>
            <p:cNvPr id="67" name="Imagen 66">
              <a:extLst>
                <a:ext uri="{FF2B5EF4-FFF2-40B4-BE49-F238E27FC236}">
                  <a16:creationId xmlns:a16="http://schemas.microsoft.com/office/drawing/2014/main" id="{8E979233-93E0-8CB6-613A-C657472A0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9488" y="2403251"/>
              <a:ext cx="564696" cy="564696"/>
            </a:xfrm>
            <a:prstGeom prst="rect">
              <a:avLst/>
            </a:prstGeom>
          </p:spPr>
        </p:pic>
        <p:pic>
          <p:nvPicPr>
            <p:cNvPr id="68" name="Imagen 67">
              <a:extLst>
                <a:ext uri="{FF2B5EF4-FFF2-40B4-BE49-F238E27FC236}">
                  <a16:creationId xmlns:a16="http://schemas.microsoft.com/office/drawing/2014/main" id="{2C91616E-2D42-BE94-6760-4567BBEA2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28" y="2397545"/>
              <a:ext cx="564696" cy="564696"/>
            </a:xfrm>
            <a:prstGeom prst="rect">
              <a:avLst/>
            </a:prstGeom>
          </p:spPr>
        </p:pic>
        <p:pic>
          <p:nvPicPr>
            <p:cNvPr id="69" name="Imagen 68">
              <a:extLst>
                <a:ext uri="{FF2B5EF4-FFF2-40B4-BE49-F238E27FC236}">
                  <a16:creationId xmlns:a16="http://schemas.microsoft.com/office/drawing/2014/main" id="{73E0D873-EFC0-1612-20BE-CFEA4A0FD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2512" y="2397545"/>
              <a:ext cx="564696" cy="564696"/>
            </a:xfrm>
            <a:prstGeom prst="rect">
              <a:avLst/>
            </a:prstGeom>
          </p:spPr>
        </p:pic>
        <p:pic>
          <p:nvPicPr>
            <p:cNvPr id="70" name="Imagen 69">
              <a:extLst>
                <a:ext uri="{FF2B5EF4-FFF2-40B4-BE49-F238E27FC236}">
                  <a16:creationId xmlns:a16="http://schemas.microsoft.com/office/drawing/2014/main" id="{C99EF58A-AF66-1391-4A60-311CB0B8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2472" y="2441547"/>
              <a:ext cx="518768" cy="506297"/>
            </a:xfrm>
            <a:prstGeom prst="rect">
              <a:avLst/>
            </a:prstGeom>
          </p:spPr>
        </p:pic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5297EAD8-C5E7-6095-04CA-F49ACEDA69EB}"/>
              </a:ext>
            </a:extLst>
          </p:cNvPr>
          <p:cNvSpPr txBox="1"/>
          <p:nvPr/>
        </p:nvSpPr>
        <p:spPr>
          <a:xfrm>
            <a:off x="6691472" y="4000756"/>
            <a:ext cx="4948840" cy="83099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4800" b="1" dirty="0">
                <a:solidFill>
                  <a:srgbClr val="B2D838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R K </a:t>
            </a:r>
            <a:r>
              <a:rPr lang="es-MX" sz="4800" b="1" dirty="0">
                <a:solidFill>
                  <a:schemeClr val="accent6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 </a:t>
            </a:r>
            <a:r>
              <a:rPr lang="es-MX" sz="4800" b="1" dirty="0">
                <a:solidFill>
                  <a:srgbClr val="B2D838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C</a:t>
            </a:r>
            <a:r>
              <a:rPr lang="es-MX" sz="4800" b="1" dirty="0">
                <a:solidFill>
                  <a:schemeClr val="accent6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 </a:t>
            </a:r>
            <a:r>
              <a:rPr lang="es-MX" sz="4800" b="1" dirty="0">
                <a:solidFill>
                  <a:srgbClr val="B2D838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L F</a:t>
            </a:r>
            <a:r>
              <a:rPr lang="es-MX" sz="4800" b="1" dirty="0">
                <a:solidFill>
                  <a:schemeClr val="accent6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W</a:t>
            </a:r>
          </a:p>
        </p:txBody>
      </p:sp>
      <p:pic>
        <p:nvPicPr>
          <p:cNvPr id="93" name="Imagen 92">
            <a:extLst>
              <a:ext uri="{FF2B5EF4-FFF2-40B4-BE49-F238E27FC236}">
                <a16:creationId xmlns:a16="http://schemas.microsoft.com/office/drawing/2014/main" id="{57BDB14C-0601-C750-2AAF-368696E52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712" y="5023845"/>
            <a:ext cx="708774" cy="708774"/>
          </a:xfrm>
          <a:prstGeom prst="rect">
            <a:avLst/>
          </a:prstGeom>
        </p:spPr>
      </p:pic>
      <p:sp>
        <p:nvSpPr>
          <p:cNvPr id="94" name="CuadroTexto 93">
            <a:extLst>
              <a:ext uri="{FF2B5EF4-FFF2-40B4-BE49-F238E27FC236}">
                <a16:creationId xmlns:a16="http://schemas.microsoft.com/office/drawing/2014/main" id="{E40594B7-2407-9B2A-7A88-D2116B6380B6}"/>
              </a:ext>
            </a:extLst>
          </p:cNvPr>
          <p:cNvSpPr txBox="1"/>
          <p:nvPr/>
        </p:nvSpPr>
        <p:spPr>
          <a:xfrm>
            <a:off x="7933011" y="5205512"/>
            <a:ext cx="2545055" cy="40011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2000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Probability</a:t>
            </a:r>
            <a:r>
              <a:rPr lang="es-MX" sz="20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= 0.8</a:t>
            </a:r>
          </a:p>
        </p:txBody>
      </p:sp>
    </p:spTree>
    <p:extLst>
      <p:ext uri="{BB962C8B-B14F-4D97-AF65-F5344CB8AC3E}">
        <p14:creationId xmlns:p14="http://schemas.microsoft.com/office/powerpoint/2010/main" val="355626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A740F-D643-A8E8-4D5C-884A1192B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EB0BF9B-D940-4ABF-8CAD-620266CFB45F}"/>
              </a:ext>
            </a:extLst>
          </p:cNvPr>
          <p:cNvSpPr txBox="1"/>
          <p:nvPr/>
        </p:nvSpPr>
        <p:spPr>
          <a:xfrm>
            <a:off x="499779" y="507288"/>
            <a:ext cx="4036978" cy="646331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3600" b="1" dirty="0" err="1">
                <a:latin typeface="Cause ExtraBold" pitchFamily="2" charset="0"/>
                <a:ea typeface="HGSSoeiKakugothicUB" panose="020B0400000000000000" pitchFamily="34" charset="-128"/>
                <a:cs typeface="Google Sans" pitchFamily="2" charset="0"/>
              </a:rPr>
              <a:t>Tournament</a:t>
            </a:r>
            <a:endParaRPr lang="es-MX" sz="3600" b="1" dirty="0">
              <a:latin typeface="Cause ExtraBold" pitchFamily="2" charset="0"/>
              <a:ea typeface="HGSSoeiKakugothicUB" panose="020B0400000000000000" pitchFamily="34" charset="-128"/>
              <a:cs typeface="Google Sans" pitchFamily="2" charset="0"/>
            </a:endParaRPr>
          </a:p>
        </p:txBody>
      </p: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05ED2B8F-16C8-F469-AD3F-AC17C2B1CB13}"/>
              </a:ext>
            </a:extLst>
          </p:cNvPr>
          <p:cNvGrpSpPr/>
          <p:nvPr/>
        </p:nvGrpSpPr>
        <p:grpSpPr>
          <a:xfrm>
            <a:off x="418644" y="1397968"/>
            <a:ext cx="4440326" cy="5177315"/>
            <a:chOff x="457200" y="1626568"/>
            <a:chExt cx="4440326" cy="5177315"/>
          </a:xfrm>
        </p:grpSpPr>
        <p:sp>
          <p:nvSpPr>
            <p:cNvPr id="78" name="CuadroTexto 77">
              <a:extLst>
                <a:ext uri="{FF2B5EF4-FFF2-40B4-BE49-F238E27FC236}">
                  <a16:creationId xmlns:a16="http://schemas.microsoft.com/office/drawing/2014/main" id="{369C6102-5E73-E89B-2B9D-83CCD324B045}"/>
                </a:ext>
              </a:extLst>
            </p:cNvPr>
            <p:cNvSpPr txBox="1"/>
            <p:nvPr/>
          </p:nvSpPr>
          <p:spPr>
            <a:xfrm>
              <a:off x="457200" y="2333685"/>
              <a:ext cx="3392424" cy="447019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MX" sz="2400" b="1" dirty="0">
                  <a:solidFill>
                    <a:schemeClr val="bg1">
                      <a:lumMod val="6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EKTTNMF     (0.92)</a:t>
              </a:r>
            </a:p>
            <a:p>
              <a:pPr>
                <a:lnSpc>
                  <a:spcPct val="150000"/>
                </a:lnSpc>
              </a:pPr>
              <a:r>
                <a:rPr lang="es-MX" sz="2400" b="1" dirty="0">
                  <a:solidFill>
                    <a:schemeClr val="bg1">
                      <a:lumMod val="6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HKVMRAT    (0.31)</a:t>
              </a:r>
            </a:p>
            <a:p>
              <a:pPr>
                <a:lnSpc>
                  <a:spcPct val="150000"/>
                </a:lnSpc>
              </a:pPr>
              <a:r>
                <a:rPr lang="es-MX" sz="2400" b="1" dirty="0">
                  <a:solidFill>
                    <a:schemeClr val="bg1">
                      <a:lumMod val="6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MMQYQEY  (0.45)</a:t>
              </a:r>
            </a:p>
            <a:p>
              <a:pPr>
                <a:lnSpc>
                  <a:spcPct val="150000"/>
                </a:lnSpc>
              </a:pPr>
              <a:r>
                <a:rPr lang="es-MX" sz="2400" b="1" dirty="0">
                  <a:solidFill>
                    <a:schemeClr val="bg1">
                      <a:lumMod val="6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MICRHPM   (0.99)</a:t>
              </a:r>
            </a:p>
            <a:p>
              <a:pPr>
                <a:lnSpc>
                  <a:spcPct val="150000"/>
                </a:lnSpc>
              </a:pPr>
              <a:r>
                <a:rPr lang="es-MX" sz="2400" b="1" dirty="0">
                  <a:solidFill>
                    <a:schemeClr val="bg1">
                      <a:lumMod val="6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CQRRCEW   (0.12)</a:t>
              </a:r>
            </a:p>
            <a:p>
              <a:pPr>
                <a:lnSpc>
                  <a:spcPct val="150000"/>
                </a:lnSpc>
              </a:pPr>
              <a:r>
                <a:rPr lang="es-MX" sz="2400" b="1" dirty="0">
                  <a:solidFill>
                    <a:schemeClr val="bg1">
                      <a:lumMod val="6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NQTSCSL    (0.92)</a:t>
              </a:r>
            </a:p>
            <a:p>
              <a:pPr>
                <a:lnSpc>
                  <a:spcPct val="150000"/>
                </a:lnSpc>
              </a:pPr>
              <a:r>
                <a:rPr lang="es-MX" sz="2400" b="1" dirty="0">
                  <a:solidFill>
                    <a:schemeClr val="bg1">
                      <a:lumMod val="6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TKHNYCN   (0.03)</a:t>
              </a:r>
            </a:p>
            <a:p>
              <a:pPr>
                <a:lnSpc>
                  <a:spcPct val="150000"/>
                </a:lnSpc>
              </a:pPr>
              <a:r>
                <a:rPr lang="es-MX" sz="2400" b="1" dirty="0">
                  <a:solidFill>
                    <a:schemeClr val="bg1">
                      <a:lumMod val="6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RDVEKFA    (0.23)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F58CE01E-35C2-2C32-E1D8-BB2133C2C92D}"/>
                </a:ext>
              </a:extLst>
            </p:cNvPr>
            <p:cNvSpPr txBox="1"/>
            <p:nvPr/>
          </p:nvSpPr>
          <p:spPr>
            <a:xfrm>
              <a:off x="547924" y="1626568"/>
              <a:ext cx="2229704" cy="70711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MX" sz="1400" dirty="0" err="1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Population</a:t>
              </a:r>
              <a:r>
                <a:rPr lang="es-MX" sz="14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s-MX" sz="14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(N </a:t>
              </a:r>
              <a:r>
                <a:rPr lang="es-MX" sz="1400" dirty="0" err="1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individuals</a:t>
              </a:r>
              <a:r>
                <a:rPr lang="es-MX" sz="14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)</a:t>
              </a:r>
            </a:p>
          </p:txBody>
        </p:sp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A6964E72-7645-A4E8-A651-26CCC653C5DF}"/>
                </a:ext>
              </a:extLst>
            </p:cNvPr>
            <p:cNvGrpSpPr/>
            <p:nvPr/>
          </p:nvGrpSpPr>
          <p:grpSpPr>
            <a:xfrm>
              <a:off x="3696405" y="2467513"/>
              <a:ext cx="306437" cy="4202541"/>
              <a:chOff x="2393742" y="2470498"/>
              <a:chExt cx="306437" cy="420254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5B144BDD-95F8-8C66-A01F-D70991D4E611}"/>
                      </a:ext>
                    </a:extLst>
                  </p:cNvPr>
                  <p:cNvSpPr txBox="1"/>
                  <p:nvPr/>
                </p:nvSpPr>
                <p:spPr>
                  <a:xfrm>
                    <a:off x="2397212" y="2470498"/>
                    <a:ext cx="302967" cy="40472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oMath>
                      </m:oMathPara>
                    </a14:m>
                    <a:endParaRPr lang="es-MX" sz="1400" dirty="0">
                      <a:solidFill>
                        <a:schemeClr val="bg2">
                          <a:lumMod val="50000"/>
                        </a:schemeClr>
                      </a:solidFill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5B144BDD-95F8-8C66-A01F-D70991D4E6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7212" y="2470498"/>
                    <a:ext cx="302967" cy="40472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194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CuadroTexto 34">
                    <a:extLst>
                      <a:ext uri="{FF2B5EF4-FFF2-40B4-BE49-F238E27FC236}">
                        <a16:creationId xmlns:a16="http://schemas.microsoft.com/office/drawing/2014/main" id="{7256DEA9-CD56-CA3A-4B54-8D0AE627359D}"/>
                      </a:ext>
                    </a:extLst>
                  </p:cNvPr>
                  <p:cNvSpPr txBox="1"/>
                  <p:nvPr/>
                </p:nvSpPr>
                <p:spPr>
                  <a:xfrm>
                    <a:off x="2397211" y="3024274"/>
                    <a:ext cx="302967" cy="40472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oMath>
                      </m:oMathPara>
                    </a14:m>
                    <a:endParaRPr lang="es-MX" sz="1400" dirty="0">
                      <a:solidFill>
                        <a:schemeClr val="bg2">
                          <a:lumMod val="50000"/>
                        </a:schemeClr>
                      </a:solidFill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5" name="CuadroTexto 34">
                    <a:extLst>
                      <a:ext uri="{FF2B5EF4-FFF2-40B4-BE49-F238E27FC236}">
                        <a16:creationId xmlns:a16="http://schemas.microsoft.com/office/drawing/2014/main" id="{7256DEA9-CD56-CA3A-4B54-8D0AE62735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7211" y="3024274"/>
                    <a:ext cx="302967" cy="40472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194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CuadroTexto 37">
                    <a:extLst>
                      <a:ext uri="{FF2B5EF4-FFF2-40B4-BE49-F238E27FC236}">
                        <a16:creationId xmlns:a16="http://schemas.microsoft.com/office/drawing/2014/main" id="{F58B9D4E-073D-A0EB-5292-4706D3A431C4}"/>
                      </a:ext>
                    </a:extLst>
                  </p:cNvPr>
                  <p:cNvSpPr txBox="1"/>
                  <p:nvPr/>
                </p:nvSpPr>
                <p:spPr>
                  <a:xfrm>
                    <a:off x="2397210" y="3578050"/>
                    <a:ext cx="302967" cy="40472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oMath>
                      </m:oMathPara>
                    </a14:m>
                    <a:endParaRPr lang="es-MX" sz="1400" dirty="0">
                      <a:solidFill>
                        <a:schemeClr val="bg2">
                          <a:lumMod val="50000"/>
                        </a:schemeClr>
                      </a:solidFill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38" name="CuadroTexto 37">
                    <a:extLst>
                      <a:ext uri="{FF2B5EF4-FFF2-40B4-BE49-F238E27FC236}">
                        <a16:creationId xmlns:a16="http://schemas.microsoft.com/office/drawing/2014/main" id="{F58B9D4E-073D-A0EB-5292-4706D3A431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7210" y="3578050"/>
                    <a:ext cx="302967" cy="40472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3636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CuadroTexto 40">
                    <a:extLst>
                      <a:ext uri="{FF2B5EF4-FFF2-40B4-BE49-F238E27FC236}">
                        <a16:creationId xmlns:a16="http://schemas.microsoft.com/office/drawing/2014/main" id="{246DD2E8-F49F-BBC3-7FFF-7F8F8CA0EC06}"/>
                      </a:ext>
                    </a:extLst>
                  </p:cNvPr>
                  <p:cNvSpPr txBox="1"/>
                  <p:nvPr/>
                </p:nvSpPr>
                <p:spPr>
                  <a:xfrm>
                    <a:off x="2397210" y="4131826"/>
                    <a:ext cx="302967" cy="40472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oMath>
                      </m:oMathPara>
                    </a14:m>
                    <a:endParaRPr lang="es-MX" sz="1400" dirty="0">
                      <a:solidFill>
                        <a:schemeClr val="bg2">
                          <a:lumMod val="50000"/>
                        </a:schemeClr>
                      </a:solidFill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1" name="CuadroTexto 40">
                    <a:extLst>
                      <a:ext uri="{FF2B5EF4-FFF2-40B4-BE49-F238E27FC236}">
                        <a16:creationId xmlns:a16="http://schemas.microsoft.com/office/drawing/2014/main" id="{246DD2E8-F49F-BBC3-7FFF-7F8F8CA0EC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7210" y="4131826"/>
                    <a:ext cx="302967" cy="40472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3636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CuadroTexto 42">
                    <a:extLst>
                      <a:ext uri="{FF2B5EF4-FFF2-40B4-BE49-F238E27FC236}">
                        <a16:creationId xmlns:a16="http://schemas.microsoft.com/office/drawing/2014/main" id="{815B751F-977C-9583-C574-FFB10E98907D}"/>
                      </a:ext>
                    </a:extLst>
                  </p:cNvPr>
                  <p:cNvSpPr txBox="1"/>
                  <p:nvPr/>
                </p:nvSpPr>
                <p:spPr>
                  <a:xfrm>
                    <a:off x="2393745" y="4685602"/>
                    <a:ext cx="302967" cy="40472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oMath>
                      </m:oMathPara>
                    </a14:m>
                    <a:endParaRPr lang="es-MX" sz="1400" dirty="0">
                      <a:solidFill>
                        <a:schemeClr val="bg2">
                          <a:lumMod val="50000"/>
                        </a:schemeClr>
                      </a:solidFill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3" name="CuadroTexto 42">
                    <a:extLst>
                      <a:ext uri="{FF2B5EF4-FFF2-40B4-BE49-F238E27FC236}">
                        <a16:creationId xmlns:a16="http://schemas.microsoft.com/office/drawing/2014/main" id="{815B751F-977C-9583-C574-FFB10E9890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3745" y="4685602"/>
                    <a:ext cx="302967" cy="40472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515" b="-13636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CuadroTexto 44">
                    <a:extLst>
                      <a:ext uri="{FF2B5EF4-FFF2-40B4-BE49-F238E27FC236}">
                        <a16:creationId xmlns:a16="http://schemas.microsoft.com/office/drawing/2014/main" id="{16D88B1C-3659-A34B-8046-8366AAAF2B7C}"/>
                      </a:ext>
                    </a:extLst>
                  </p:cNvPr>
                  <p:cNvSpPr txBox="1"/>
                  <p:nvPr/>
                </p:nvSpPr>
                <p:spPr>
                  <a:xfrm>
                    <a:off x="2393744" y="5212245"/>
                    <a:ext cx="302967" cy="40472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oMath>
                      </m:oMathPara>
                    </a14:m>
                    <a:endParaRPr lang="es-MX" sz="1400" dirty="0">
                      <a:solidFill>
                        <a:schemeClr val="bg2">
                          <a:lumMod val="50000"/>
                        </a:schemeClr>
                      </a:solidFill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5" name="CuadroTexto 44">
                    <a:extLst>
                      <a:ext uri="{FF2B5EF4-FFF2-40B4-BE49-F238E27FC236}">
                        <a16:creationId xmlns:a16="http://schemas.microsoft.com/office/drawing/2014/main" id="{16D88B1C-3659-A34B-8046-8366AAAF2B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3744" y="5212245"/>
                    <a:ext cx="302967" cy="40472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3636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CuadroTexto 46">
                    <a:extLst>
                      <a:ext uri="{FF2B5EF4-FFF2-40B4-BE49-F238E27FC236}">
                        <a16:creationId xmlns:a16="http://schemas.microsoft.com/office/drawing/2014/main" id="{893017E7-3AA0-4A05-FFDA-5D8AFB531A05}"/>
                      </a:ext>
                    </a:extLst>
                  </p:cNvPr>
                  <p:cNvSpPr txBox="1"/>
                  <p:nvPr/>
                </p:nvSpPr>
                <p:spPr>
                  <a:xfrm>
                    <a:off x="2393743" y="5741670"/>
                    <a:ext cx="302967" cy="40472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oMath>
                      </m:oMathPara>
                    </a14:m>
                    <a:endParaRPr lang="es-MX" sz="1400" dirty="0">
                      <a:solidFill>
                        <a:schemeClr val="bg2">
                          <a:lumMod val="50000"/>
                        </a:schemeClr>
                      </a:solidFill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47" name="CuadroTexto 46">
                    <a:extLst>
                      <a:ext uri="{FF2B5EF4-FFF2-40B4-BE49-F238E27FC236}">
                        <a16:creationId xmlns:a16="http://schemas.microsoft.com/office/drawing/2014/main" id="{893017E7-3AA0-4A05-FFDA-5D8AFB531A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3743" y="5741670"/>
                    <a:ext cx="302967" cy="40472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3636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CuadroTexto 49">
                    <a:extLst>
                      <a:ext uri="{FF2B5EF4-FFF2-40B4-BE49-F238E27FC236}">
                        <a16:creationId xmlns:a16="http://schemas.microsoft.com/office/drawing/2014/main" id="{1AF5B410-DB5A-44DA-6309-9B460EFB17C5}"/>
                      </a:ext>
                    </a:extLst>
                  </p:cNvPr>
                  <p:cNvSpPr txBox="1"/>
                  <p:nvPr/>
                </p:nvSpPr>
                <p:spPr>
                  <a:xfrm>
                    <a:off x="2393742" y="6268313"/>
                    <a:ext cx="302967" cy="40472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4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oMath>
                      </m:oMathPara>
                    </a14:m>
                    <a:endParaRPr lang="es-MX" sz="1400" dirty="0">
                      <a:solidFill>
                        <a:schemeClr val="bg2">
                          <a:lumMod val="50000"/>
                        </a:schemeClr>
                      </a:solidFill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50" name="CuadroTexto 49">
                    <a:extLst>
                      <a:ext uri="{FF2B5EF4-FFF2-40B4-BE49-F238E27FC236}">
                        <a16:creationId xmlns:a16="http://schemas.microsoft.com/office/drawing/2014/main" id="{1AF5B410-DB5A-44DA-6309-9B460EFB17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3742" y="6268313"/>
                    <a:ext cx="302967" cy="40472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1940"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3937CF2B-07B1-FDE4-4387-915D0D41CBD6}"/>
                </a:ext>
              </a:extLst>
            </p:cNvPr>
            <p:cNvGrpSpPr/>
            <p:nvPr/>
          </p:nvGrpSpPr>
          <p:grpSpPr>
            <a:xfrm>
              <a:off x="3419541" y="1719132"/>
              <a:ext cx="1477985" cy="461024"/>
              <a:chOff x="1996735" y="1941990"/>
              <a:chExt cx="1477985" cy="4610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CuadroTexto 23">
                    <a:extLst>
                      <a:ext uri="{FF2B5EF4-FFF2-40B4-BE49-F238E27FC236}">
                        <a16:creationId xmlns:a16="http://schemas.microsoft.com/office/drawing/2014/main" id="{CE8D7B1D-EDDA-4947-1631-156B47BC6AA7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953126" y="1941990"/>
                    <a:ext cx="521594" cy="46102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oMath>
                      </m:oMathPara>
                    </a14:m>
                    <a:endParaRPr lang="es-MX" sz="1600" dirty="0">
                      <a:latin typeface="Google Sans" pitchFamily="2" charset="0"/>
                      <a:ea typeface="Google Sans" pitchFamily="2" charset="0"/>
                      <a:cs typeface="Google Sans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24" name="CuadroTexto 23">
                    <a:extLst>
                      <a:ext uri="{FF2B5EF4-FFF2-40B4-BE49-F238E27FC236}">
                        <a16:creationId xmlns:a16="http://schemas.microsoft.com/office/drawing/2014/main" id="{CE8D7B1D-EDDA-4947-1631-156B47BC6A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2953126" y="1941990"/>
                    <a:ext cx="521594" cy="46102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MX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18154373-B9BB-6475-BF80-BC56606A7FEA}"/>
                  </a:ext>
                </a:extLst>
              </p:cNvPr>
              <p:cNvSpPr txBox="1"/>
              <p:nvPr/>
            </p:nvSpPr>
            <p:spPr>
              <a:xfrm>
                <a:off x="1996735" y="2018614"/>
                <a:ext cx="1112226" cy="30777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MX" sz="1400" dirty="0" err="1">
                    <a:latin typeface="Google Sans" pitchFamily="2" charset="0"/>
                    <a:ea typeface="Google Sans" pitchFamily="2" charset="0"/>
                    <a:cs typeface="Google Sans" pitchFamily="2" charset="0"/>
                  </a:rPr>
                  <a:t>Probability</a:t>
                </a:r>
                <a:endParaRPr lang="es-MX" sz="1400" dirty="0">
                  <a:latin typeface="Google Sans" pitchFamily="2" charset="0"/>
                  <a:ea typeface="Google Sans" pitchFamily="2" charset="0"/>
                  <a:cs typeface="Google Sans" pitchFamily="2" charset="0"/>
                </a:endParaRPr>
              </a:p>
            </p:txBody>
          </p:sp>
        </p:grpSp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E94B7EBD-5A51-E54C-B39B-006370F8C5B6}"/>
                </a:ext>
              </a:extLst>
            </p:cNvPr>
            <p:cNvSpPr txBox="1"/>
            <p:nvPr/>
          </p:nvSpPr>
          <p:spPr>
            <a:xfrm>
              <a:off x="2322261" y="1857593"/>
              <a:ext cx="1015299" cy="30777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MX" sz="1400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Fitness</a:t>
              </a:r>
            </a:p>
          </p:txBody>
        </p:sp>
      </p:grpSp>
      <p:pic>
        <p:nvPicPr>
          <p:cNvPr id="74" name="Imagen 73">
            <a:extLst>
              <a:ext uri="{FF2B5EF4-FFF2-40B4-BE49-F238E27FC236}">
                <a16:creationId xmlns:a16="http://schemas.microsoft.com/office/drawing/2014/main" id="{F0855ED6-BF5C-4B21-5738-8D2CF0C38C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372" y="4430957"/>
            <a:ext cx="471181" cy="475488"/>
          </a:xfrm>
          <a:prstGeom prst="rect">
            <a:avLst/>
          </a:prstGeom>
        </p:spPr>
      </p:pic>
      <p:cxnSp>
        <p:nvCxnSpPr>
          <p:cNvPr id="79" name="Conector: curvado 78">
            <a:extLst>
              <a:ext uri="{FF2B5EF4-FFF2-40B4-BE49-F238E27FC236}">
                <a16:creationId xmlns:a16="http://schemas.microsoft.com/office/drawing/2014/main" id="{9B01C97E-D04B-7684-ADC4-3F8EFA52CAB3}"/>
              </a:ext>
            </a:extLst>
          </p:cNvPr>
          <p:cNvCxnSpPr>
            <a:cxnSpLocks/>
            <a:stCxn id="74" idx="3"/>
            <a:endCxn id="84" idx="1"/>
          </p:cNvCxnSpPr>
          <p:nvPr/>
        </p:nvCxnSpPr>
        <p:spPr>
          <a:xfrm flipV="1">
            <a:off x="4470553" y="2210668"/>
            <a:ext cx="3301847" cy="245803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76" name="Imagen 75">
            <a:extLst>
              <a:ext uri="{FF2B5EF4-FFF2-40B4-BE49-F238E27FC236}">
                <a16:creationId xmlns:a16="http://schemas.microsoft.com/office/drawing/2014/main" id="{75002360-34E4-7181-71A8-E01315FE87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98" y="5440240"/>
            <a:ext cx="471181" cy="475488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01CCC9B8-9646-C0D8-5A32-FA6A957C0900}"/>
              </a:ext>
            </a:extLst>
          </p:cNvPr>
          <p:cNvSpPr txBox="1"/>
          <p:nvPr/>
        </p:nvSpPr>
        <p:spPr>
          <a:xfrm>
            <a:off x="5462636" y="3351933"/>
            <a:ext cx="1784138" cy="1298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we</a:t>
            </a:r>
            <a:r>
              <a:rPr lang="es-MX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s-MX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randomly</a:t>
            </a:r>
            <a:r>
              <a:rPr lang="es-MX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s-MX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selected</a:t>
            </a:r>
            <a:r>
              <a:rPr lang="es-MX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s-MX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two</a:t>
            </a:r>
            <a:r>
              <a:rPr lang="es-MX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es-MX"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individuals</a:t>
            </a:r>
            <a:endParaRPr lang="es-MX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cxnSp>
        <p:nvCxnSpPr>
          <p:cNvPr id="80" name="Conector: curvado 79">
            <a:extLst>
              <a:ext uri="{FF2B5EF4-FFF2-40B4-BE49-F238E27FC236}">
                <a16:creationId xmlns:a16="http://schemas.microsoft.com/office/drawing/2014/main" id="{3FFB77DD-41CB-4CF1-EB94-EC3570B960B4}"/>
              </a:ext>
            </a:extLst>
          </p:cNvPr>
          <p:cNvCxnSpPr>
            <a:cxnSpLocks/>
            <a:endCxn id="87" idx="1"/>
          </p:cNvCxnSpPr>
          <p:nvPr/>
        </p:nvCxnSpPr>
        <p:spPr>
          <a:xfrm flipV="1">
            <a:off x="4282249" y="3388836"/>
            <a:ext cx="3490151" cy="232361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4" name="CuadroTexto 83">
            <a:extLst>
              <a:ext uri="{FF2B5EF4-FFF2-40B4-BE49-F238E27FC236}">
                <a16:creationId xmlns:a16="http://schemas.microsoft.com/office/drawing/2014/main" id="{8BB8AD0C-892F-8102-3F9C-2BE25B3F1E4E}"/>
              </a:ext>
            </a:extLst>
          </p:cNvPr>
          <p:cNvSpPr txBox="1"/>
          <p:nvPr/>
        </p:nvSpPr>
        <p:spPr>
          <a:xfrm>
            <a:off x="7772400" y="1977046"/>
            <a:ext cx="2201418" cy="467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8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CQRRCEW   (0.12)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981EE2AB-197D-5B9A-719C-007D655DAE04}"/>
              </a:ext>
            </a:extLst>
          </p:cNvPr>
          <p:cNvSpPr txBox="1"/>
          <p:nvPr/>
        </p:nvSpPr>
        <p:spPr>
          <a:xfrm>
            <a:off x="7772400" y="3155214"/>
            <a:ext cx="2201418" cy="467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8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TKHNYCN   (0.03)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2F854855-154A-8F58-78F8-99DFC8A19039}"/>
              </a:ext>
            </a:extLst>
          </p:cNvPr>
          <p:cNvSpPr txBox="1"/>
          <p:nvPr/>
        </p:nvSpPr>
        <p:spPr>
          <a:xfrm>
            <a:off x="8505286" y="2687573"/>
            <a:ext cx="1047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vs</a:t>
            </a:r>
            <a:endParaRPr lang="es-MX" dirty="0"/>
          </a:p>
        </p:txBody>
      </p: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A928E54E-473E-83EA-33F0-25A2533CF923}"/>
              </a:ext>
            </a:extLst>
          </p:cNvPr>
          <p:cNvGrpSpPr/>
          <p:nvPr/>
        </p:nvGrpSpPr>
        <p:grpSpPr>
          <a:xfrm>
            <a:off x="8688166" y="3465804"/>
            <a:ext cx="3486912" cy="3486912"/>
            <a:chOff x="7044589" y="3536620"/>
            <a:chExt cx="3486912" cy="3486912"/>
          </a:xfrm>
        </p:grpSpPr>
        <p:pic>
          <p:nvPicPr>
            <p:cNvPr id="100" name="Gráfico 99" descr="Star con relleno sólido">
              <a:extLst>
                <a:ext uri="{FF2B5EF4-FFF2-40B4-BE49-F238E27FC236}">
                  <a16:creationId xmlns:a16="http://schemas.microsoft.com/office/drawing/2014/main" id="{94697A5D-0F3A-F584-29F4-D92A1F1493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44589" y="3536620"/>
              <a:ext cx="3486912" cy="3486912"/>
            </a:xfrm>
            <a:prstGeom prst="rect">
              <a:avLst/>
            </a:prstGeom>
          </p:spPr>
        </p:pic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6D552397-5E7B-FEA5-2B57-B68C2995E5B9}"/>
                </a:ext>
              </a:extLst>
            </p:cNvPr>
            <p:cNvSpPr txBox="1"/>
            <p:nvPr/>
          </p:nvSpPr>
          <p:spPr>
            <a:xfrm>
              <a:off x="7942225" y="4673487"/>
              <a:ext cx="1691640" cy="14321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s-MX" sz="2000" b="1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WINNER</a:t>
              </a:r>
            </a:p>
            <a:p>
              <a:pPr algn="ctr">
                <a:lnSpc>
                  <a:spcPct val="150000"/>
                </a:lnSpc>
              </a:pPr>
              <a:r>
                <a:rPr lang="es-MX" sz="2000" b="1" dirty="0"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CQRRCEW   (0.12)</a:t>
              </a: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0DFA4D88-0A2C-4F7A-307D-DE409762FB89}"/>
              </a:ext>
            </a:extLst>
          </p:cNvPr>
          <p:cNvSpPr txBox="1"/>
          <p:nvPr/>
        </p:nvSpPr>
        <p:spPr>
          <a:xfrm>
            <a:off x="7772400" y="930803"/>
            <a:ext cx="2036825" cy="6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probability of the best one winning = 0.8</a:t>
            </a:r>
            <a:endParaRPr lang="es-MX" sz="1200"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89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DFC9-B4A2-AD6B-D532-6F9612F0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o 16">
            <a:extLst>
              <a:ext uri="{FF2B5EF4-FFF2-40B4-BE49-F238E27FC236}">
                <a16:creationId xmlns:a16="http://schemas.microsoft.com/office/drawing/2014/main" id="{761CCACB-D011-7823-52C4-16F4596CC7B9}"/>
              </a:ext>
            </a:extLst>
          </p:cNvPr>
          <p:cNvGrpSpPr/>
          <p:nvPr/>
        </p:nvGrpSpPr>
        <p:grpSpPr>
          <a:xfrm>
            <a:off x="1986499" y="235799"/>
            <a:ext cx="2101472" cy="923330"/>
            <a:chOff x="1007488" y="382104"/>
            <a:chExt cx="2707622" cy="133708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D451D7B-2318-04DC-9595-4BEE6A03C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488" y="447505"/>
              <a:ext cx="956674" cy="1123764"/>
            </a:xfrm>
            <a:prstGeom prst="rect">
              <a:avLst/>
            </a:prstGeom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D0875CB1-E964-A327-CE87-222ED3F9A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1975" y="382104"/>
              <a:ext cx="833135" cy="1123764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C9DD9E61-FDF2-5264-8133-FB34C8252492}"/>
                </a:ext>
              </a:extLst>
            </p:cNvPr>
            <p:cNvSpPr txBox="1"/>
            <p:nvPr/>
          </p:nvSpPr>
          <p:spPr>
            <a:xfrm flipH="1">
              <a:off x="2057398" y="382104"/>
              <a:ext cx="1024129" cy="133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5400" dirty="0"/>
                <a:t>+</a:t>
              </a:r>
              <a:endParaRPr lang="es-MX" sz="1200" dirty="0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D1833B8-2FA1-5273-784C-9C910799A7CC}"/>
              </a:ext>
            </a:extLst>
          </p:cNvPr>
          <p:cNvGrpSpPr/>
          <p:nvPr/>
        </p:nvGrpSpPr>
        <p:grpSpPr>
          <a:xfrm>
            <a:off x="7791822" y="162145"/>
            <a:ext cx="2084045" cy="923330"/>
            <a:chOff x="7426979" y="370940"/>
            <a:chExt cx="2707622" cy="1200327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038BB3C-F1EE-0BCC-699D-2530F7AB7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01466" y="370940"/>
              <a:ext cx="833135" cy="1123764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365F01D5-2525-C5F0-F1CE-74580156B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6979" y="436341"/>
              <a:ext cx="956674" cy="1123764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416CEE3-ABD7-92EB-26BA-EF5E135037F4}"/>
                </a:ext>
              </a:extLst>
            </p:cNvPr>
            <p:cNvSpPr txBox="1"/>
            <p:nvPr/>
          </p:nvSpPr>
          <p:spPr>
            <a:xfrm flipH="1">
              <a:off x="8476890" y="370940"/>
              <a:ext cx="1024129" cy="1200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5400" dirty="0"/>
                <a:t>,</a:t>
              </a:r>
              <a:endParaRPr lang="es-MX" sz="1200" dirty="0"/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7DD1A837-72F0-CAC2-D32D-8174311C21D8}"/>
              </a:ext>
            </a:extLst>
          </p:cNvPr>
          <p:cNvGrpSpPr/>
          <p:nvPr/>
        </p:nvGrpSpPr>
        <p:grpSpPr>
          <a:xfrm>
            <a:off x="998941" y="1524983"/>
            <a:ext cx="4187525" cy="2492734"/>
            <a:chOff x="899531" y="1779610"/>
            <a:chExt cx="4187525" cy="2492734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BE0E7A92-E95F-7DA3-6789-71B7F6A00B7F}"/>
                </a:ext>
              </a:extLst>
            </p:cNvPr>
            <p:cNvSpPr txBox="1"/>
            <p:nvPr/>
          </p:nvSpPr>
          <p:spPr>
            <a:xfrm>
              <a:off x="899531" y="1779610"/>
              <a:ext cx="2038294" cy="249241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SRLNMHHVNNQD   (0.18)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DEIFMSVMIHIK   (0.03)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MDKSYDMGNKIA   (0.27)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HIYRCIDRETGW   (0.11)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TRIFKHAKPCMY   (0.64)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QRHNGFWHADPP   (0.09)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PMFGWFPGSWME   (0.22)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ERQRLMSFQDHS   (0.05)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LYVDTDQEKTDR   (0.31)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FQDQPAYNRKRG   (0.14)</a:t>
              </a:r>
              <a:endParaRPr lang="es-MX" sz="1050" b="1" dirty="0">
                <a:solidFill>
                  <a:schemeClr val="accent6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D3F56B06-CA54-4C96-0D1E-78D8C8AA8EBC}"/>
                </a:ext>
              </a:extLst>
            </p:cNvPr>
            <p:cNvSpPr txBox="1"/>
            <p:nvPr/>
          </p:nvSpPr>
          <p:spPr>
            <a:xfrm>
              <a:off x="3048762" y="1779610"/>
              <a:ext cx="2038294" cy="24927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NMNEFIREAGML   (0.15)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IIAWLMQLPGYI   (0.33)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TRGSDIEICPQR   (0.08)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ESANVTICPQTP   (0.24)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WDIINCFVVYFL   (0.17)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LSCKHNYWIGHF   (0.04)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RMKMYCKLKLGQ   (0.29)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GQHEKRCNAHHS   (0.13)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AGQKAQDCRRPG   (0.09)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DLCDEYHDTHRC   (0.36)</a:t>
              </a:r>
              <a:endParaRPr lang="es-MX" sz="1050" dirty="0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1986167B-4A1D-A9DD-1C59-9B592AA5E5FD}"/>
              </a:ext>
            </a:extLst>
          </p:cNvPr>
          <p:cNvGrpSpPr/>
          <p:nvPr/>
        </p:nvGrpSpPr>
        <p:grpSpPr>
          <a:xfrm>
            <a:off x="7005534" y="1491552"/>
            <a:ext cx="4187525" cy="2492734"/>
            <a:chOff x="6968099" y="1712554"/>
            <a:chExt cx="4187525" cy="2492734"/>
          </a:xfrm>
        </p:grpSpPr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5AB2538E-A12F-4B8C-864C-3EC807A3238D}"/>
                </a:ext>
              </a:extLst>
            </p:cNvPr>
            <p:cNvSpPr txBox="1"/>
            <p:nvPr/>
          </p:nvSpPr>
          <p:spPr>
            <a:xfrm>
              <a:off x="6968099" y="1712554"/>
              <a:ext cx="2038294" cy="249241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SRLNMHHVNNQD   (0.18)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DEIFMSVMIHIK   (0.03)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MDKSYDMGNKIA   (0.27)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HIYRCIDRETGW   (0.11)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TRIFKHAKPCMY   (0.64)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QRHNGFWHADPP   (0.09)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PMFGWFPGSWME   (0.22)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ERQRLMSFQDHS   (0.05)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LYVDTDQEKTDR   (0.31)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rgbClr val="B2D838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FQDQPAYNRKRG   (0.14)</a:t>
              </a:r>
              <a:endParaRPr lang="es-MX" sz="1050" b="1" dirty="0">
                <a:solidFill>
                  <a:schemeClr val="accent6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endParaRP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556C6013-D4E0-B28A-81D1-D83C6A5560AA}"/>
                </a:ext>
              </a:extLst>
            </p:cNvPr>
            <p:cNvSpPr txBox="1"/>
            <p:nvPr/>
          </p:nvSpPr>
          <p:spPr>
            <a:xfrm>
              <a:off x="9117330" y="1712554"/>
              <a:ext cx="2038294" cy="24927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NMNEFIREAGML   (0.15)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IIAWLMQLPGYI   (0.33)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TRGSDIEICPQR   (0.08)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ESANVTICPQTP   (0.24)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WDIINCFVVYFL   (0.17)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LSCKHNYWIGHF   (0.04)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RMKMYCKLKLGQ   (0.29)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GQHEKRCNAHHS   (0.13)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AGQKAQDCRRPG   (0.09)</a:t>
              </a:r>
            </a:p>
            <a:p>
              <a:pPr>
                <a:lnSpc>
                  <a:spcPct val="150000"/>
                </a:lnSpc>
              </a:pPr>
              <a:r>
                <a:rPr lang="es-MX" sz="1050" b="1" dirty="0">
                  <a:solidFill>
                    <a:schemeClr val="accent6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DLCDEYHDTHRC   (0.36)</a:t>
              </a:r>
              <a:endParaRPr lang="es-MX" sz="1050" dirty="0"/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16ED1BBF-EA40-1785-AB65-B8952C9CBADA}"/>
              </a:ext>
            </a:extLst>
          </p:cNvPr>
          <p:cNvGrpSpPr/>
          <p:nvPr/>
        </p:nvGrpSpPr>
        <p:grpSpPr>
          <a:xfrm>
            <a:off x="487587" y="4599010"/>
            <a:ext cx="5608413" cy="1789721"/>
            <a:chOff x="449487" y="4707888"/>
            <a:chExt cx="5608413" cy="1789721"/>
          </a:xfrm>
        </p:grpSpPr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5FAE489F-C10F-9381-A75D-1906FEAF3B45}"/>
                </a:ext>
              </a:extLst>
            </p:cNvPr>
            <p:cNvSpPr txBox="1"/>
            <p:nvPr/>
          </p:nvSpPr>
          <p:spPr>
            <a:xfrm>
              <a:off x="449487" y="4707888"/>
              <a:ext cx="2488338" cy="1789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MX" sz="1500" b="1" dirty="0">
                  <a:solidFill>
                    <a:schemeClr val="accent2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TRIFKHAKPCMY (0.64)</a:t>
              </a:r>
            </a:p>
            <a:p>
              <a:pPr>
                <a:lnSpc>
                  <a:spcPct val="150000"/>
                </a:lnSpc>
              </a:pPr>
              <a:r>
                <a:rPr lang="es-MX" sz="1500" b="1" dirty="0">
                  <a:solidFill>
                    <a:schemeClr val="accent2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DLCDEYHDTHRC (0.36)</a:t>
              </a:r>
            </a:p>
            <a:p>
              <a:pPr>
                <a:lnSpc>
                  <a:spcPct val="150000"/>
                </a:lnSpc>
              </a:pPr>
              <a:r>
                <a:rPr lang="es-MX" sz="1500" b="1" dirty="0">
                  <a:solidFill>
                    <a:schemeClr val="accent2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IIAWLMQLPGYI (0.33)</a:t>
              </a:r>
            </a:p>
            <a:p>
              <a:pPr>
                <a:lnSpc>
                  <a:spcPct val="150000"/>
                </a:lnSpc>
              </a:pPr>
              <a:r>
                <a:rPr lang="es-MX" sz="1500" b="1" dirty="0">
                  <a:solidFill>
                    <a:schemeClr val="accent2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LYVDTDQEKTDR (0.31)</a:t>
              </a:r>
            </a:p>
            <a:p>
              <a:pPr>
                <a:lnSpc>
                  <a:spcPct val="150000"/>
                </a:lnSpc>
              </a:pPr>
              <a:r>
                <a:rPr lang="es-MX" sz="1500" b="1" dirty="0">
                  <a:solidFill>
                    <a:schemeClr val="accent2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RMKMYCKLKLGQ (0.29)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0C041B19-5E4D-2C9B-9AF1-324436820168}"/>
                </a:ext>
              </a:extLst>
            </p:cNvPr>
            <p:cNvSpPr txBox="1"/>
            <p:nvPr/>
          </p:nvSpPr>
          <p:spPr>
            <a:xfrm>
              <a:off x="3351276" y="4707888"/>
              <a:ext cx="2706624" cy="1789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MX" sz="1500" b="1" dirty="0">
                  <a:solidFill>
                    <a:schemeClr val="accent2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MDKSYDMGNKIA (0.27)</a:t>
              </a:r>
            </a:p>
            <a:p>
              <a:pPr>
                <a:lnSpc>
                  <a:spcPct val="150000"/>
                </a:lnSpc>
              </a:pPr>
              <a:r>
                <a:rPr lang="es-MX" sz="1500" b="1" dirty="0">
                  <a:solidFill>
                    <a:schemeClr val="accent2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ESANVTICPQTP (0.24)</a:t>
              </a:r>
            </a:p>
            <a:p>
              <a:pPr>
                <a:lnSpc>
                  <a:spcPct val="150000"/>
                </a:lnSpc>
              </a:pPr>
              <a:r>
                <a:rPr lang="es-MX" sz="1500" b="1" dirty="0">
                  <a:solidFill>
                    <a:schemeClr val="accent2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PMFGWFPGSWME (0.22)</a:t>
              </a:r>
            </a:p>
            <a:p>
              <a:pPr>
                <a:lnSpc>
                  <a:spcPct val="150000"/>
                </a:lnSpc>
              </a:pPr>
              <a:r>
                <a:rPr lang="es-MX" sz="1500" b="1" dirty="0">
                  <a:solidFill>
                    <a:schemeClr val="accent2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SRLNMHHVNNQD (0.18)</a:t>
              </a:r>
            </a:p>
            <a:p>
              <a:pPr>
                <a:lnSpc>
                  <a:spcPct val="150000"/>
                </a:lnSpc>
              </a:pPr>
              <a:r>
                <a:rPr lang="es-MX" sz="1500" b="1" dirty="0">
                  <a:solidFill>
                    <a:schemeClr val="accent2">
                      <a:lumMod val="75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WDIINCFVVYFL (0.17)</a:t>
              </a:r>
            </a:p>
          </p:txBody>
        </p:sp>
      </p:grp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D043568-0EA4-815A-EEEE-56B5D7F8E2BE}"/>
              </a:ext>
            </a:extLst>
          </p:cNvPr>
          <p:cNvSpPr txBox="1"/>
          <p:nvPr/>
        </p:nvSpPr>
        <p:spPr>
          <a:xfrm>
            <a:off x="6758406" y="4599010"/>
            <a:ext cx="2488339" cy="1789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500" b="1" dirty="0">
                <a:solidFill>
                  <a:schemeClr val="accent2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NMNEFIREAGML   (0.15)</a:t>
            </a:r>
          </a:p>
          <a:p>
            <a:pPr>
              <a:lnSpc>
                <a:spcPct val="150000"/>
              </a:lnSpc>
            </a:pPr>
            <a:r>
              <a:rPr lang="es-MX" sz="1500" b="1" dirty="0">
                <a:solidFill>
                  <a:schemeClr val="accent2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IIAWLMQLPGYI   (0.33)</a:t>
            </a:r>
          </a:p>
          <a:p>
            <a:pPr>
              <a:lnSpc>
                <a:spcPct val="150000"/>
              </a:lnSpc>
            </a:pPr>
            <a:r>
              <a:rPr lang="es-MX" sz="1500" b="1" dirty="0">
                <a:solidFill>
                  <a:schemeClr val="accent2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TRGSDIEICPQR   (0.08)</a:t>
            </a:r>
          </a:p>
          <a:p>
            <a:pPr>
              <a:lnSpc>
                <a:spcPct val="150000"/>
              </a:lnSpc>
            </a:pPr>
            <a:r>
              <a:rPr lang="es-MX" sz="1500" b="1" dirty="0">
                <a:solidFill>
                  <a:schemeClr val="accent2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ESANVTICPQTP   (0.24)</a:t>
            </a:r>
          </a:p>
          <a:p>
            <a:pPr>
              <a:lnSpc>
                <a:spcPct val="150000"/>
              </a:lnSpc>
            </a:pPr>
            <a:r>
              <a:rPr lang="es-MX" sz="1500" b="1" dirty="0">
                <a:solidFill>
                  <a:schemeClr val="accent2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WDIINCFVVYFL   (0.17)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C72C849-7A0E-79DD-F6BD-F5A0D1D0747B}"/>
              </a:ext>
            </a:extLst>
          </p:cNvPr>
          <p:cNvSpPr txBox="1"/>
          <p:nvPr/>
        </p:nvSpPr>
        <p:spPr>
          <a:xfrm>
            <a:off x="9252895" y="4598561"/>
            <a:ext cx="2625161" cy="1790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500" b="1" dirty="0">
                <a:solidFill>
                  <a:schemeClr val="accent2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LSCKHNYWIGHF   (0.04)</a:t>
            </a:r>
          </a:p>
          <a:p>
            <a:pPr>
              <a:lnSpc>
                <a:spcPct val="150000"/>
              </a:lnSpc>
            </a:pPr>
            <a:r>
              <a:rPr lang="es-MX" sz="1500" b="1" dirty="0">
                <a:solidFill>
                  <a:schemeClr val="accent2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RMKMYCKLKLGQ   (0.29)</a:t>
            </a:r>
          </a:p>
          <a:p>
            <a:pPr>
              <a:lnSpc>
                <a:spcPct val="150000"/>
              </a:lnSpc>
            </a:pPr>
            <a:r>
              <a:rPr lang="es-MX" sz="1500" b="1" dirty="0">
                <a:solidFill>
                  <a:schemeClr val="accent2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GQHEKRCNAHHS   (0.13)</a:t>
            </a:r>
          </a:p>
          <a:p>
            <a:pPr>
              <a:lnSpc>
                <a:spcPct val="150000"/>
              </a:lnSpc>
            </a:pPr>
            <a:r>
              <a:rPr lang="es-MX" sz="1500" b="1" dirty="0">
                <a:solidFill>
                  <a:schemeClr val="accent2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AGQKAQDCRRPG   (0.09)</a:t>
            </a:r>
          </a:p>
          <a:p>
            <a:pPr>
              <a:lnSpc>
                <a:spcPct val="150000"/>
              </a:lnSpc>
            </a:pPr>
            <a:r>
              <a:rPr lang="es-MX" sz="1500" b="1" dirty="0">
                <a:solidFill>
                  <a:schemeClr val="accent2">
                    <a:lumMod val="7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DLCDEYHDTHRC   (0.36)</a:t>
            </a:r>
            <a:endParaRPr lang="es-MX" sz="1500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47" name="Grupo 46">
            <a:extLst>
              <a:ext uri="{FF2B5EF4-FFF2-40B4-BE49-F238E27FC236}">
                <a16:creationId xmlns:a16="http://schemas.microsoft.com/office/drawing/2014/main" id="{DF198B5F-5E17-C89F-138E-B41A3BB78B26}"/>
              </a:ext>
            </a:extLst>
          </p:cNvPr>
          <p:cNvGrpSpPr/>
          <p:nvPr/>
        </p:nvGrpSpPr>
        <p:grpSpPr>
          <a:xfrm>
            <a:off x="998941" y="1099905"/>
            <a:ext cx="9924604" cy="373032"/>
            <a:chOff x="998941" y="1543685"/>
            <a:chExt cx="9924604" cy="373032"/>
          </a:xfrm>
        </p:grpSpPr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09A11E8C-9980-D0EC-845D-57C5400B9E57}"/>
                </a:ext>
              </a:extLst>
            </p:cNvPr>
            <p:cNvSpPr txBox="1"/>
            <p:nvPr/>
          </p:nvSpPr>
          <p:spPr>
            <a:xfrm>
              <a:off x="998941" y="1608940"/>
              <a:ext cx="1575081" cy="30777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MX" sz="1400" dirty="0">
                  <a:solidFill>
                    <a:schemeClr val="bg2">
                      <a:lumMod val="50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Parent (Fitness)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B19844DE-C7A1-8A26-50ED-664CFCB39113}"/>
                </a:ext>
              </a:extLst>
            </p:cNvPr>
            <p:cNvSpPr txBox="1"/>
            <p:nvPr/>
          </p:nvSpPr>
          <p:spPr>
            <a:xfrm>
              <a:off x="3208933" y="1578513"/>
              <a:ext cx="1575081" cy="30777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MX" sz="1400" dirty="0">
                  <a:solidFill>
                    <a:schemeClr val="bg2">
                      <a:lumMod val="50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Child (Fitness)</a:t>
              </a: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205A1065-DB9D-1EAB-BD16-FD829B445B33}"/>
                </a:ext>
              </a:extLst>
            </p:cNvPr>
            <p:cNvSpPr txBox="1"/>
            <p:nvPr/>
          </p:nvSpPr>
          <p:spPr>
            <a:xfrm>
              <a:off x="7138472" y="1574112"/>
              <a:ext cx="1575081" cy="30777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MX" sz="1400" dirty="0">
                  <a:solidFill>
                    <a:schemeClr val="bg2">
                      <a:lumMod val="50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Parent (Fitness)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582DC542-8270-A160-2B79-1678E9BA6448}"/>
                </a:ext>
              </a:extLst>
            </p:cNvPr>
            <p:cNvSpPr txBox="1"/>
            <p:nvPr/>
          </p:nvSpPr>
          <p:spPr>
            <a:xfrm>
              <a:off x="9348464" y="1543685"/>
              <a:ext cx="1575081" cy="30777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MX" sz="1400" dirty="0">
                  <a:solidFill>
                    <a:schemeClr val="bg2">
                      <a:lumMod val="50000"/>
                    </a:schemeClr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Child (Fitness)</a:t>
              </a:r>
            </a:p>
          </p:txBody>
        </p:sp>
      </p:grpSp>
      <p:sp>
        <p:nvSpPr>
          <p:cNvPr id="54" name="CuadroTexto 53">
            <a:extLst>
              <a:ext uri="{FF2B5EF4-FFF2-40B4-BE49-F238E27FC236}">
                <a16:creationId xmlns:a16="http://schemas.microsoft.com/office/drawing/2014/main" id="{B4BA8705-C3F6-1357-667B-31EAB1AAF717}"/>
              </a:ext>
            </a:extLst>
          </p:cNvPr>
          <p:cNvSpPr txBox="1"/>
          <p:nvPr/>
        </p:nvSpPr>
        <p:spPr>
          <a:xfrm>
            <a:off x="2357751" y="4183058"/>
            <a:ext cx="1575081" cy="30777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bg2">
                    <a:lumMod val="50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Next </a:t>
            </a:r>
            <a:r>
              <a:rPr lang="es-MX" sz="1400" dirty="0" err="1">
                <a:solidFill>
                  <a:schemeClr val="bg2">
                    <a:lumMod val="50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Generation</a:t>
            </a:r>
            <a:endParaRPr lang="es-MX" sz="1400" dirty="0">
              <a:solidFill>
                <a:schemeClr val="bg2">
                  <a:lumMod val="50000"/>
                </a:schemeClr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D2D3D9BC-6D38-1BE9-61E4-EDFED8CD49EC}"/>
              </a:ext>
            </a:extLst>
          </p:cNvPr>
          <p:cNvSpPr txBox="1"/>
          <p:nvPr/>
        </p:nvSpPr>
        <p:spPr>
          <a:xfrm>
            <a:off x="8447066" y="4183057"/>
            <a:ext cx="1575081" cy="30777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bg2">
                    <a:lumMod val="50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Next </a:t>
            </a:r>
            <a:r>
              <a:rPr lang="es-MX" sz="1400" dirty="0" err="1">
                <a:solidFill>
                  <a:schemeClr val="bg2">
                    <a:lumMod val="50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Generation</a:t>
            </a:r>
            <a:endParaRPr lang="es-MX" sz="1400" dirty="0">
              <a:solidFill>
                <a:schemeClr val="bg2">
                  <a:lumMod val="50000"/>
                </a:schemeClr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1391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490</Words>
  <Application>Microsoft Office PowerPoint</Application>
  <PresentationFormat>Panorámica</PresentationFormat>
  <Paragraphs>173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Cause ExtraBold</vt:lpstr>
      <vt:lpstr>Google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Jazmín Jones</dc:creator>
  <cp:lastModifiedBy>Jazmín Jones</cp:lastModifiedBy>
  <cp:revision>20</cp:revision>
  <dcterms:created xsi:type="dcterms:W3CDTF">2026-06-20T23:29:06Z</dcterms:created>
  <dcterms:modified xsi:type="dcterms:W3CDTF">2026-06-22T04:06:09Z</dcterms:modified>
</cp:coreProperties>
</file>