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D838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F431E4-C663-8A4D-D17C-A95CEE7A68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46A6257-D4D0-37F1-E7C9-2096861B67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CAF2026-7ED6-910C-C2A9-4FF772513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56C3B98-E2FB-B88A-0E55-DCE475666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F4A140-0095-1E77-F980-912FD1ED9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54877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E69434-7745-8398-C5D5-F8CACD776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67E20BA-E78F-086E-F08E-2705E74FEC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79B26-A3F2-CA0D-65DB-CBE085EF9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85D88A-840B-F1FF-D921-2695E3E4A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8932733-4904-F9B0-0BB0-B72181107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8737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75C62A-18B4-B2BA-6116-E67F90B1B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1CEE0CF-EC25-291E-8BAE-153D1E7D3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12601AE-C7D3-633E-9269-7BF66AB21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1FDEC7-2AC2-05DC-C9AD-32CC2DB3A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D3D12D-F67E-B59F-1C3F-C204B4945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091166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67CF93-E54A-A425-4901-36B02C49C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CF11B16-C16B-D39F-3BC0-1DD11049C3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91CC7D7-1BA5-F24C-D2DD-A7EA1758FF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ACE0FA-B2FE-DDC5-0BC1-D36C55274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D337081-DF84-0110-7523-E21867237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21B4F01-5ABA-48FE-C26C-EC3F4301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63466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993B7A-85D4-4CD2-78F4-ADEC0957A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71EA96B-68DF-BB64-4B06-10B8C4961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0D6C42E-B174-C3E6-D80B-960F495F3C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B42463B-2197-07B0-540B-4FFE6BB6D9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EFCDA9D3-01DF-A962-4A4D-71B600F24C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C8D4EBA-D140-5A62-EF1C-423110669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02DC8D6-7A1D-85B1-A2EB-6EA562BA8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C7C14DE-05F4-FE51-D133-150E078B7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03351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0B605D-0EAE-67BB-8DAF-018E44039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92FE198-6AFF-03D3-08C0-583FA9A3C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C8BC405-872F-2961-4C44-2B1FED931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7345C82-BEEB-94FD-04D9-EAA7949BB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47278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D302298-C605-6390-83F2-13E66C6EA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5624ABB-B54D-5C64-7808-C96573534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7D33448-351D-C00C-1B68-8E18DB3C6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09391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3C5CDA-03BA-AB68-FC6E-CD4996CC9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D497A1-206F-2548-876E-85C6AAA61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56B5AAC-45E4-94AA-4B76-343FB75D5B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C5FEAE6-BA88-E4ED-4288-E7EAF2EFC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DB7AD33-818D-ABDF-45CA-A736CA6BD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599D792-DECA-CB30-0924-AC38C34D7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11495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4CEBE8-519A-35B3-5335-FF65B5947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5A98F7C5-8405-B34C-3187-EFB99433EE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FF4EFF9-A4B9-A840-1700-378BB62530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4236285-A9D3-3B91-DFE3-CF53E2CE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B48B41A-6184-EFCC-6522-5537830FB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C2CB091-6CF6-8FDE-72D6-458F41E8E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23314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94D31D-7901-986D-F66B-6432877C7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6A1E768-5F09-8B39-581A-0F8F5CC6D3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39E0820-7839-003F-DE43-451D755B5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494598C-AB88-2AAA-703F-5BBE76B4A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77D257B-0E2A-2322-DD31-F68D382F6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86110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3A08CD6-FB1E-8A30-9C30-C47822FB28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E0E051E-1FD7-BAF0-97E4-9566806DFC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2CBA444-B7E6-27A5-71A8-DC0A1E175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B574204-2C7F-DED4-7643-3EDE2E6B4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03CE6BF-F2A7-33B6-9711-7068121D9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82829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FAF6D625-E60B-CABA-CCFD-54517898C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6301A3C-7CDE-4AE7-6EE0-2148A739F4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6E3BF3-6C5E-D9EB-7E1D-9CF060493B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6E9CF1B-CE22-1D03-BBF9-35AEA41843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187089-767E-D43A-9FF0-3E762C4EB8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08110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3862971A-2E64-9132-3047-9DE5A6F93C24}"/>
              </a:ext>
            </a:extLst>
          </p:cNvPr>
          <p:cNvSpPr txBox="1"/>
          <p:nvPr/>
        </p:nvSpPr>
        <p:spPr>
          <a:xfrm>
            <a:off x="1171544" y="858828"/>
            <a:ext cx="4036978" cy="40011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Uniform</a:t>
            </a:r>
            <a:r>
              <a:rPr lang="es-MX" sz="2000" b="1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 Crossover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E72EEDA-9C8E-746C-AE03-F640032CA2B5}"/>
              </a:ext>
            </a:extLst>
          </p:cNvPr>
          <p:cNvSpPr txBox="1"/>
          <p:nvPr/>
        </p:nvSpPr>
        <p:spPr>
          <a:xfrm>
            <a:off x="2369408" y="1968223"/>
            <a:ext cx="1861312" cy="32316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500" b="1" dirty="0">
                <a:solidFill>
                  <a:srgbClr val="B2D838"/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MTASGKLRVPHA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E42FA53-856D-D4DE-E3AF-42DE446CDFAC}"/>
              </a:ext>
            </a:extLst>
          </p:cNvPr>
          <p:cNvSpPr txBox="1"/>
          <p:nvPr/>
        </p:nvSpPr>
        <p:spPr>
          <a:xfrm>
            <a:off x="2391633" y="2969142"/>
            <a:ext cx="1861312" cy="32316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500" b="1" dirty="0">
                <a:solidFill>
                  <a:schemeClr val="accent6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TIHWSGATGAGA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32FA3AD-DDE7-76A1-39D4-51B52AE959EE}"/>
              </a:ext>
            </a:extLst>
          </p:cNvPr>
          <p:cNvSpPr txBox="1"/>
          <p:nvPr/>
        </p:nvSpPr>
        <p:spPr>
          <a:xfrm>
            <a:off x="1171544" y="1984172"/>
            <a:ext cx="1078992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b="1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Parent 1</a:t>
            </a:r>
          </a:p>
        </p:txBody>
      </p:sp>
      <p:grpSp>
        <p:nvGrpSpPr>
          <p:cNvPr id="29" name="Grupo 28">
            <a:extLst>
              <a:ext uri="{FF2B5EF4-FFF2-40B4-BE49-F238E27FC236}">
                <a16:creationId xmlns:a16="http://schemas.microsoft.com/office/drawing/2014/main" id="{A136C4DD-D3CB-129E-88F3-F092FF165B92}"/>
              </a:ext>
            </a:extLst>
          </p:cNvPr>
          <p:cNvGrpSpPr/>
          <p:nvPr/>
        </p:nvGrpSpPr>
        <p:grpSpPr>
          <a:xfrm>
            <a:off x="1171544" y="3971847"/>
            <a:ext cx="3060731" cy="323165"/>
            <a:chOff x="1128649" y="4902563"/>
            <a:chExt cx="3060731" cy="323165"/>
          </a:xfrm>
        </p:grpSpPr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8ACC67EC-AC69-E804-77CA-DD2F7131CC2B}"/>
                </a:ext>
              </a:extLst>
            </p:cNvPr>
            <p:cNvSpPr txBox="1"/>
            <p:nvPr/>
          </p:nvSpPr>
          <p:spPr>
            <a:xfrm>
              <a:off x="1128649" y="4902563"/>
              <a:ext cx="1151032" cy="323165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500" b="1" dirty="0"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Child</a:t>
              </a:r>
            </a:p>
          </p:txBody>
        </p: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E3D0BBAF-71A1-D94C-643A-854757EE3D4F}"/>
                </a:ext>
              </a:extLst>
            </p:cNvPr>
            <p:cNvSpPr txBox="1"/>
            <p:nvPr/>
          </p:nvSpPr>
          <p:spPr>
            <a:xfrm>
              <a:off x="2348738" y="4902563"/>
              <a:ext cx="1840642" cy="32316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s-MX" sz="150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TIHWS</a:t>
              </a:r>
              <a:r>
                <a:rPr lang="es-MX" sz="150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KLRV</a:t>
              </a:r>
              <a:r>
                <a:rPr lang="es-MX" sz="150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A</a:t>
              </a:r>
              <a:r>
                <a:rPr lang="es-MX" sz="150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WA</a:t>
              </a:r>
            </a:p>
          </p:txBody>
        </p:sp>
      </p:grpSp>
      <p:sp>
        <p:nvSpPr>
          <p:cNvPr id="37" name="CuadroTexto 36">
            <a:extLst>
              <a:ext uri="{FF2B5EF4-FFF2-40B4-BE49-F238E27FC236}">
                <a16:creationId xmlns:a16="http://schemas.microsoft.com/office/drawing/2014/main" id="{74CD4B83-3499-6EFB-1FBA-70551191342B}"/>
              </a:ext>
            </a:extLst>
          </p:cNvPr>
          <p:cNvSpPr txBox="1"/>
          <p:nvPr/>
        </p:nvSpPr>
        <p:spPr>
          <a:xfrm>
            <a:off x="1131587" y="3032571"/>
            <a:ext cx="1078992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b="1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Parent 2</a:t>
            </a:r>
          </a:p>
        </p:txBody>
      </p:sp>
      <p:grpSp>
        <p:nvGrpSpPr>
          <p:cNvPr id="92" name="Grupo 91">
            <a:extLst>
              <a:ext uri="{FF2B5EF4-FFF2-40B4-BE49-F238E27FC236}">
                <a16:creationId xmlns:a16="http://schemas.microsoft.com/office/drawing/2014/main" id="{6461EAA2-F316-6883-68A6-E02DFD651958}"/>
              </a:ext>
            </a:extLst>
          </p:cNvPr>
          <p:cNvGrpSpPr/>
          <p:nvPr/>
        </p:nvGrpSpPr>
        <p:grpSpPr>
          <a:xfrm>
            <a:off x="6779023" y="2291388"/>
            <a:ext cx="3215155" cy="1817219"/>
            <a:chOff x="6779023" y="2291388"/>
            <a:chExt cx="3215155" cy="2551006"/>
          </a:xfrm>
        </p:grpSpPr>
        <p:sp>
          <p:nvSpPr>
            <p:cNvPr id="81" name="Flecha: hacia abajo 80">
              <a:extLst>
                <a:ext uri="{FF2B5EF4-FFF2-40B4-BE49-F238E27FC236}">
                  <a16:creationId xmlns:a16="http://schemas.microsoft.com/office/drawing/2014/main" id="{530781DE-DB5C-15AF-095D-01ABD9E93506}"/>
                </a:ext>
              </a:extLst>
            </p:cNvPr>
            <p:cNvSpPr/>
            <p:nvPr/>
          </p:nvSpPr>
          <p:spPr>
            <a:xfrm>
              <a:off x="7339016" y="2291388"/>
              <a:ext cx="345284" cy="2488870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83" name="Flecha: hacia abajo 82">
              <a:extLst>
                <a:ext uri="{FF2B5EF4-FFF2-40B4-BE49-F238E27FC236}">
                  <a16:creationId xmlns:a16="http://schemas.microsoft.com/office/drawing/2014/main" id="{CB9A49C8-C5C8-FDF0-5D28-A62CF0964C1F}"/>
                </a:ext>
              </a:extLst>
            </p:cNvPr>
            <p:cNvSpPr/>
            <p:nvPr/>
          </p:nvSpPr>
          <p:spPr>
            <a:xfrm>
              <a:off x="6779023" y="2294761"/>
              <a:ext cx="345284" cy="2488870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85" name="Flecha: hacia abajo 84">
              <a:extLst>
                <a:ext uri="{FF2B5EF4-FFF2-40B4-BE49-F238E27FC236}">
                  <a16:creationId xmlns:a16="http://schemas.microsoft.com/office/drawing/2014/main" id="{BABE6B3D-88AB-A8D8-35DB-181150CD3130}"/>
                </a:ext>
              </a:extLst>
            </p:cNvPr>
            <p:cNvSpPr/>
            <p:nvPr/>
          </p:nvSpPr>
          <p:spPr>
            <a:xfrm>
              <a:off x="8440768" y="2343043"/>
              <a:ext cx="345284" cy="2488870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89" name="Flecha: hacia abajo 88">
              <a:extLst>
                <a:ext uri="{FF2B5EF4-FFF2-40B4-BE49-F238E27FC236}">
                  <a16:creationId xmlns:a16="http://schemas.microsoft.com/office/drawing/2014/main" id="{BC23FA8E-2A76-DFE7-5F6F-3D9E0FAA926C}"/>
                </a:ext>
              </a:extLst>
            </p:cNvPr>
            <p:cNvSpPr/>
            <p:nvPr/>
          </p:nvSpPr>
          <p:spPr>
            <a:xfrm>
              <a:off x="9032897" y="2339735"/>
              <a:ext cx="345284" cy="2488870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91" name="Flecha: hacia abajo 90">
              <a:extLst>
                <a:ext uri="{FF2B5EF4-FFF2-40B4-BE49-F238E27FC236}">
                  <a16:creationId xmlns:a16="http://schemas.microsoft.com/office/drawing/2014/main" id="{EDA3299E-5519-D6D5-3CA9-7A1D00524E98}"/>
                </a:ext>
              </a:extLst>
            </p:cNvPr>
            <p:cNvSpPr/>
            <p:nvPr/>
          </p:nvSpPr>
          <p:spPr>
            <a:xfrm>
              <a:off x="9648894" y="2353524"/>
              <a:ext cx="345284" cy="2488870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sp>
        <p:nvSpPr>
          <p:cNvPr id="40" name="CuadroTexto 39">
            <a:extLst>
              <a:ext uri="{FF2B5EF4-FFF2-40B4-BE49-F238E27FC236}">
                <a16:creationId xmlns:a16="http://schemas.microsoft.com/office/drawing/2014/main" id="{8BEB3CE8-7FD3-1FF2-FD2C-4C19F54C2585}"/>
              </a:ext>
            </a:extLst>
          </p:cNvPr>
          <p:cNvSpPr txBox="1"/>
          <p:nvPr/>
        </p:nvSpPr>
        <p:spPr>
          <a:xfrm>
            <a:off x="6691472" y="858828"/>
            <a:ext cx="4036978" cy="40011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Uniform</a:t>
            </a:r>
            <a:r>
              <a:rPr lang="es-MX" sz="2000" b="1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 </a:t>
            </a:r>
            <a:r>
              <a:rPr lang="es-MX" sz="2000" b="1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Mutation</a:t>
            </a:r>
            <a:endParaRPr lang="es-MX" sz="2000" b="1" dirty="0">
              <a:latin typeface="Google Sans" pitchFamily="2" charset="0"/>
              <a:ea typeface="Google Sans" pitchFamily="2" charset="0"/>
              <a:cs typeface="Google Sans" pitchFamily="2" charset="0"/>
            </a:endParaRPr>
          </a:p>
        </p:txBody>
      </p:sp>
      <p:pic>
        <p:nvPicPr>
          <p:cNvPr id="48" name="Imagen 47">
            <a:extLst>
              <a:ext uri="{FF2B5EF4-FFF2-40B4-BE49-F238E27FC236}">
                <a16:creationId xmlns:a16="http://schemas.microsoft.com/office/drawing/2014/main" id="{DE542286-0838-2870-DD69-8B9F663EE9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7462" y="1629331"/>
            <a:ext cx="830997" cy="830997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29B69C2B-8304-A08E-D851-B05639AE0F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3658" y="2747679"/>
            <a:ext cx="783154" cy="764328"/>
          </a:xfrm>
          <a:prstGeom prst="rect">
            <a:avLst/>
          </a:prstGeom>
        </p:spPr>
      </p:pic>
      <p:grpSp>
        <p:nvGrpSpPr>
          <p:cNvPr id="72" name="Grupo 71">
            <a:extLst>
              <a:ext uri="{FF2B5EF4-FFF2-40B4-BE49-F238E27FC236}">
                <a16:creationId xmlns:a16="http://schemas.microsoft.com/office/drawing/2014/main" id="{1608958A-F9D7-E591-DBAE-F187A51E8D05}"/>
              </a:ext>
            </a:extLst>
          </p:cNvPr>
          <p:cNvGrpSpPr/>
          <p:nvPr/>
        </p:nvGrpSpPr>
        <p:grpSpPr>
          <a:xfrm>
            <a:off x="6691472" y="1592859"/>
            <a:ext cx="4262521" cy="1339415"/>
            <a:chOff x="6234792" y="1637629"/>
            <a:chExt cx="4262521" cy="1339415"/>
          </a:xfrm>
        </p:grpSpPr>
        <p:pic>
          <p:nvPicPr>
            <p:cNvPr id="64" name="Imagen 63">
              <a:extLst>
                <a:ext uri="{FF2B5EF4-FFF2-40B4-BE49-F238E27FC236}">
                  <a16:creationId xmlns:a16="http://schemas.microsoft.com/office/drawing/2014/main" id="{F692AF06-DBBA-AE16-C9A3-98B30B1CD3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4038" y="2426744"/>
              <a:ext cx="518768" cy="506297"/>
            </a:xfrm>
            <a:prstGeom prst="rect">
              <a:avLst/>
            </a:prstGeom>
          </p:spPr>
        </p:pic>
        <p:pic>
          <p:nvPicPr>
            <p:cNvPr id="58" name="Imagen 57">
              <a:extLst>
                <a:ext uri="{FF2B5EF4-FFF2-40B4-BE49-F238E27FC236}">
                  <a16:creationId xmlns:a16="http://schemas.microsoft.com/office/drawing/2014/main" id="{BF36F532-A969-1DAF-CE96-382B0E7DE5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76353" y="2374102"/>
              <a:ext cx="564696" cy="564696"/>
            </a:xfrm>
            <a:prstGeom prst="rect">
              <a:avLst/>
            </a:prstGeom>
          </p:spPr>
        </p:pic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65E8B77E-BB30-B2CE-3FE2-7F58230F7352}"/>
                </a:ext>
              </a:extLst>
            </p:cNvPr>
            <p:cNvSpPr txBox="1"/>
            <p:nvPr/>
          </p:nvSpPr>
          <p:spPr>
            <a:xfrm>
              <a:off x="6243937" y="1637629"/>
              <a:ext cx="4253376" cy="830997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480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T  I  S G H A W</a:t>
              </a:r>
            </a:p>
          </p:txBody>
        </p:sp>
        <p:pic>
          <p:nvPicPr>
            <p:cNvPr id="66" name="Imagen 65">
              <a:extLst>
                <a:ext uri="{FF2B5EF4-FFF2-40B4-BE49-F238E27FC236}">
                  <a16:creationId xmlns:a16="http://schemas.microsoft.com/office/drawing/2014/main" id="{08D4F4A4-A0DB-7803-D8E2-1459FC8818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4792" y="2412348"/>
              <a:ext cx="564696" cy="564696"/>
            </a:xfrm>
            <a:prstGeom prst="rect">
              <a:avLst/>
            </a:prstGeom>
          </p:spPr>
        </p:pic>
        <p:pic>
          <p:nvPicPr>
            <p:cNvPr id="67" name="Imagen 66">
              <a:extLst>
                <a:ext uri="{FF2B5EF4-FFF2-40B4-BE49-F238E27FC236}">
                  <a16:creationId xmlns:a16="http://schemas.microsoft.com/office/drawing/2014/main" id="{7A2BEA02-7512-0B41-44BB-DB9E559BE9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99488" y="2403251"/>
              <a:ext cx="564696" cy="564696"/>
            </a:xfrm>
            <a:prstGeom prst="rect">
              <a:avLst/>
            </a:prstGeom>
          </p:spPr>
        </p:pic>
        <p:pic>
          <p:nvPicPr>
            <p:cNvPr id="68" name="Imagen 67">
              <a:extLst>
                <a:ext uri="{FF2B5EF4-FFF2-40B4-BE49-F238E27FC236}">
                  <a16:creationId xmlns:a16="http://schemas.microsoft.com/office/drawing/2014/main" id="{90C5FF14-06A6-43E2-9681-2315716085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9528" y="2397545"/>
              <a:ext cx="564696" cy="564696"/>
            </a:xfrm>
            <a:prstGeom prst="rect">
              <a:avLst/>
            </a:prstGeom>
          </p:spPr>
        </p:pic>
        <p:pic>
          <p:nvPicPr>
            <p:cNvPr id="69" name="Imagen 68">
              <a:extLst>
                <a:ext uri="{FF2B5EF4-FFF2-40B4-BE49-F238E27FC236}">
                  <a16:creationId xmlns:a16="http://schemas.microsoft.com/office/drawing/2014/main" id="{476C06D5-8759-2022-A5E5-3AF61EEC4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02512" y="2397545"/>
              <a:ext cx="564696" cy="564696"/>
            </a:xfrm>
            <a:prstGeom prst="rect">
              <a:avLst/>
            </a:prstGeom>
          </p:spPr>
        </p:pic>
        <p:pic>
          <p:nvPicPr>
            <p:cNvPr id="70" name="Imagen 69">
              <a:extLst>
                <a:ext uri="{FF2B5EF4-FFF2-40B4-BE49-F238E27FC236}">
                  <a16:creationId xmlns:a16="http://schemas.microsoft.com/office/drawing/2014/main" id="{6367EE1D-F5B2-B346-CB40-9B093084ED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82472" y="2441547"/>
              <a:ext cx="518768" cy="506297"/>
            </a:xfrm>
            <a:prstGeom prst="rect">
              <a:avLst/>
            </a:prstGeom>
          </p:spPr>
        </p:pic>
      </p:grpSp>
      <p:sp>
        <p:nvSpPr>
          <p:cNvPr id="78" name="CuadroTexto 77">
            <a:extLst>
              <a:ext uri="{FF2B5EF4-FFF2-40B4-BE49-F238E27FC236}">
                <a16:creationId xmlns:a16="http://schemas.microsoft.com/office/drawing/2014/main" id="{3FDD770A-80CF-ED97-BB4F-EEDDEBD1D082}"/>
              </a:ext>
            </a:extLst>
          </p:cNvPr>
          <p:cNvSpPr txBox="1"/>
          <p:nvPr/>
        </p:nvSpPr>
        <p:spPr>
          <a:xfrm>
            <a:off x="6691472" y="4000756"/>
            <a:ext cx="4948840" cy="830997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4800" b="1" dirty="0">
                <a:solidFill>
                  <a:srgbClr val="B2D838"/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R K </a:t>
            </a:r>
            <a:r>
              <a:rPr lang="es-MX" sz="4800" b="1" dirty="0">
                <a:solidFill>
                  <a:schemeClr val="accent6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S </a:t>
            </a:r>
            <a:r>
              <a:rPr lang="es-MX" sz="4800" b="1" dirty="0">
                <a:solidFill>
                  <a:srgbClr val="B2D838"/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C</a:t>
            </a:r>
            <a:r>
              <a:rPr lang="es-MX" sz="4800" b="1" dirty="0">
                <a:solidFill>
                  <a:schemeClr val="accent6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  </a:t>
            </a:r>
            <a:r>
              <a:rPr lang="es-MX" sz="4800" b="1" dirty="0">
                <a:solidFill>
                  <a:srgbClr val="B2D838"/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L F</a:t>
            </a:r>
            <a:r>
              <a:rPr lang="es-MX" sz="4800" b="1" dirty="0">
                <a:solidFill>
                  <a:schemeClr val="accent6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 W</a:t>
            </a:r>
          </a:p>
        </p:txBody>
      </p:sp>
      <p:pic>
        <p:nvPicPr>
          <p:cNvPr id="93" name="Imagen 92">
            <a:extLst>
              <a:ext uri="{FF2B5EF4-FFF2-40B4-BE49-F238E27FC236}">
                <a16:creationId xmlns:a16="http://schemas.microsoft.com/office/drawing/2014/main" id="{E2282B60-415C-2632-77B0-72DD1D938A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5526" y="4966910"/>
            <a:ext cx="708774" cy="708774"/>
          </a:xfrm>
          <a:prstGeom prst="rect">
            <a:avLst/>
          </a:prstGeom>
        </p:spPr>
      </p:pic>
      <p:sp>
        <p:nvSpPr>
          <p:cNvPr id="94" name="CuadroTexto 93">
            <a:extLst>
              <a:ext uri="{FF2B5EF4-FFF2-40B4-BE49-F238E27FC236}">
                <a16:creationId xmlns:a16="http://schemas.microsoft.com/office/drawing/2014/main" id="{A7AD8359-C8A9-4DFC-B154-2DFB9FF8935A}"/>
              </a:ext>
            </a:extLst>
          </p:cNvPr>
          <p:cNvSpPr txBox="1"/>
          <p:nvPr/>
        </p:nvSpPr>
        <p:spPr>
          <a:xfrm>
            <a:off x="7517098" y="5178177"/>
            <a:ext cx="3083821" cy="40011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2000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Probability</a:t>
            </a:r>
            <a:r>
              <a:rPr lang="es-MX" sz="2000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 = 0.8</a:t>
            </a:r>
          </a:p>
        </p:txBody>
      </p:sp>
    </p:spTree>
    <p:extLst>
      <p:ext uri="{BB962C8B-B14F-4D97-AF65-F5344CB8AC3E}">
        <p14:creationId xmlns:p14="http://schemas.microsoft.com/office/powerpoint/2010/main" val="25041260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29</Words>
  <Application>Microsoft Office PowerPoint</Application>
  <PresentationFormat>Panorámica</PresentationFormat>
  <Paragraphs>11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Google Sans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Jazmín Jones</dc:creator>
  <cp:lastModifiedBy>Jazmín Jones</cp:lastModifiedBy>
  <cp:revision>6</cp:revision>
  <dcterms:created xsi:type="dcterms:W3CDTF">2026-06-20T23:29:06Z</dcterms:created>
  <dcterms:modified xsi:type="dcterms:W3CDTF">2026-06-21T00:22:48Z</dcterms:modified>
</cp:coreProperties>
</file>